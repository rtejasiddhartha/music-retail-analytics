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A24AE3-D9D8-864E-85E9-D486A809D3A9}" v="10" dt="2026-02-07T04:10:06.1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327"/>
  </p:normalViewPr>
  <p:slideViewPr>
    <p:cSldViewPr snapToGrid="0" snapToObjects="1">
      <p:cViewPr varScale="1">
        <p:scale>
          <a:sx n="153" d="100"/>
          <a:sy n="153" d="100"/>
        </p:scale>
        <p:origin x="98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 PATNAIK" userId="fc4753770f211a32" providerId="LiveId" clId="{2D9EBA9E-E9ED-514A-A490-EB65D9230DB8}"/>
    <pc:docChg chg="undo custSel modSld">
      <pc:chgData name="SID PATNAIK" userId="fc4753770f211a32" providerId="LiveId" clId="{2D9EBA9E-E9ED-514A-A490-EB65D9230DB8}" dt="2026-02-07T04:34:32.612" v="310" actId="20577"/>
      <pc:docMkLst>
        <pc:docMk/>
      </pc:docMkLst>
      <pc:sldChg chg="modSp mod">
        <pc:chgData name="SID PATNAIK" userId="fc4753770f211a32" providerId="LiveId" clId="{2D9EBA9E-E9ED-514A-A490-EB65D9230DB8}" dt="2026-02-07T03:50:53.984" v="158" actId="2711"/>
        <pc:sldMkLst>
          <pc:docMk/>
          <pc:sldMk cId="0" sldId="256"/>
        </pc:sldMkLst>
        <pc:spChg chg="mod">
          <ac:chgData name="SID PATNAIK" userId="fc4753770f211a32" providerId="LiveId" clId="{2D9EBA9E-E9ED-514A-A490-EB65D9230DB8}" dt="2026-02-07T03:49:28.329" v="148" actId="1076"/>
          <ac:spMkLst>
            <pc:docMk/>
            <pc:sldMk cId="0" sldId="256"/>
            <ac:spMk id="2" creationId="{00000000-0000-0000-0000-000000000000}"/>
          </ac:spMkLst>
        </pc:spChg>
        <pc:spChg chg="mod">
          <ac:chgData name="SID PATNAIK" userId="fc4753770f211a32" providerId="LiveId" clId="{2D9EBA9E-E9ED-514A-A490-EB65D9230DB8}" dt="2026-02-07T03:28:38.943" v="72" actId="2711"/>
          <ac:spMkLst>
            <pc:docMk/>
            <pc:sldMk cId="0" sldId="256"/>
            <ac:spMk id="6" creationId="{00000000-0000-0000-0000-000000000000}"/>
          </ac:spMkLst>
        </pc:spChg>
        <pc:spChg chg="mod">
          <ac:chgData name="SID PATNAIK" userId="fc4753770f211a32" providerId="LiveId" clId="{2D9EBA9E-E9ED-514A-A490-EB65D9230DB8}" dt="2026-02-07T03:49:53.813" v="149" actId="2711"/>
          <ac:spMkLst>
            <pc:docMk/>
            <pc:sldMk cId="0" sldId="256"/>
            <ac:spMk id="7" creationId="{00000000-0000-0000-0000-000000000000}"/>
          </ac:spMkLst>
        </pc:spChg>
        <pc:spChg chg="mod">
          <ac:chgData name="SID PATNAIK" userId="fc4753770f211a32" providerId="LiveId" clId="{2D9EBA9E-E9ED-514A-A490-EB65D9230DB8}" dt="2026-02-07T03:50:03.234" v="150" actId="2711"/>
          <ac:spMkLst>
            <pc:docMk/>
            <pc:sldMk cId="0" sldId="256"/>
            <ac:spMk id="8" creationId="{00000000-0000-0000-0000-000000000000}"/>
          </ac:spMkLst>
        </pc:spChg>
        <pc:spChg chg="mod">
          <ac:chgData name="SID PATNAIK" userId="fc4753770f211a32" providerId="LiveId" clId="{2D9EBA9E-E9ED-514A-A490-EB65D9230DB8}" dt="2026-02-07T03:40:36.873" v="124" actId="2711"/>
          <ac:spMkLst>
            <pc:docMk/>
            <pc:sldMk cId="0" sldId="256"/>
            <ac:spMk id="9" creationId="{00000000-0000-0000-0000-000000000000}"/>
          </ac:spMkLst>
        </pc:spChg>
        <pc:spChg chg="mod">
          <ac:chgData name="SID PATNAIK" userId="fc4753770f211a32" providerId="LiveId" clId="{2D9EBA9E-E9ED-514A-A490-EB65D9230DB8}" dt="2026-02-07T03:50:33.711" v="154" actId="2711"/>
          <ac:spMkLst>
            <pc:docMk/>
            <pc:sldMk cId="0" sldId="256"/>
            <ac:spMk id="10" creationId="{00000000-0000-0000-0000-000000000000}"/>
          </ac:spMkLst>
        </pc:spChg>
        <pc:spChg chg="mod">
          <ac:chgData name="SID PATNAIK" userId="fc4753770f211a32" providerId="LiveId" clId="{2D9EBA9E-E9ED-514A-A490-EB65D9230DB8}" dt="2026-02-07T03:40:45.932" v="125" actId="2711"/>
          <ac:spMkLst>
            <pc:docMk/>
            <pc:sldMk cId="0" sldId="256"/>
            <ac:spMk id="11" creationId="{00000000-0000-0000-0000-000000000000}"/>
          </ac:spMkLst>
        </pc:spChg>
        <pc:spChg chg="mod">
          <ac:chgData name="SID PATNAIK" userId="fc4753770f211a32" providerId="LiveId" clId="{2D9EBA9E-E9ED-514A-A490-EB65D9230DB8}" dt="2026-02-07T03:50:38.059" v="155" actId="2711"/>
          <ac:spMkLst>
            <pc:docMk/>
            <pc:sldMk cId="0" sldId="256"/>
            <ac:spMk id="12" creationId="{00000000-0000-0000-0000-000000000000}"/>
          </ac:spMkLst>
        </pc:spChg>
        <pc:spChg chg="mod">
          <ac:chgData name="SID PATNAIK" userId="fc4753770f211a32" providerId="LiveId" clId="{2D9EBA9E-E9ED-514A-A490-EB65D9230DB8}" dt="2026-02-07T03:40:51.426" v="126" actId="2711"/>
          <ac:spMkLst>
            <pc:docMk/>
            <pc:sldMk cId="0" sldId="256"/>
            <ac:spMk id="13" creationId="{00000000-0000-0000-0000-000000000000}"/>
          </ac:spMkLst>
        </pc:spChg>
        <pc:spChg chg="mod">
          <ac:chgData name="SID PATNAIK" userId="fc4753770f211a32" providerId="LiveId" clId="{2D9EBA9E-E9ED-514A-A490-EB65D9230DB8}" dt="2026-02-07T03:50:42.662" v="156" actId="2711"/>
          <ac:spMkLst>
            <pc:docMk/>
            <pc:sldMk cId="0" sldId="256"/>
            <ac:spMk id="14" creationId="{00000000-0000-0000-0000-000000000000}"/>
          </ac:spMkLst>
        </pc:spChg>
        <pc:spChg chg="mod">
          <ac:chgData name="SID PATNAIK" userId="fc4753770f211a32" providerId="LiveId" clId="{2D9EBA9E-E9ED-514A-A490-EB65D9230DB8}" dt="2026-02-07T03:40:56.657" v="127" actId="2711"/>
          <ac:spMkLst>
            <pc:docMk/>
            <pc:sldMk cId="0" sldId="256"/>
            <ac:spMk id="15" creationId="{00000000-0000-0000-0000-000000000000}"/>
          </ac:spMkLst>
        </pc:spChg>
        <pc:spChg chg="mod">
          <ac:chgData name="SID PATNAIK" userId="fc4753770f211a32" providerId="LiveId" clId="{2D9EBA9E-E9ED-514A-A490-EB65D9230DB8}" dt="2026-02-07T03:50:48.225" v="157" actId="2711"/>
          <ac:spMkLst>
            <pc:docMk/>
            <pc:sldMk cId="0" sldId="256"/>
            <ac:spMk id="16" creationId="{00000000-0000-0000-0000-000000000000}"/>
          </ac:spMkLst>
        </pc:spChg>
        <pc:spChg chg="mod">
          <ac:chgData name="SID PATNAIK" userId="fc4753770f211a32" providerId="LiveId" clId="{2D9EBA9E-E9ED-514A-A490-EB65D9230DB8}" dt="2026-02-07T03:50:53.984" v="158" actId="2711"/>
          <ac:spMkLst>
            <pc:docMk/>
            <pc:sldMk cId="0" sldId="256"/>
            <ac:spMk id="17" creationId="{00000000-0000-0000-0000-000000000000}"/>
          </ac:spMkLst>
        </pc:spChg>
        <pc:picChg chg="mod">
          <ac:chgData name="SID PATNAIK" userId="fc4753770f211a32" providerId="LiveId" clId="{2D9EBA9E-E9ED-514A-A490-EB65D9230DB8}" dt="2026-02-07T03:50:18.931" v="153" actId="1076"/>
          <ac:picMkLst>
            <pc:docMk/>
            <pc:sldMk cId="0" sldId="256"/>
            <ac:picMk id="5" creationId="{00000000-0000-0000-0000-000000000000}"/>
          </ac:picMkLst>
        </pc:picChg>
      </pc:sldChg>
      <pc:sldChg chg="modSp mod">
        <pc:chgData name="SID PATNAIK" userId="fc4753770f211a32" providerId="LiveId" clId="{2D9EBA9E-E9ED-514A-A490-EB65D9230DB8}" dt="2026-02-07T03:52:18.100" v="173" actId="2711"/>
        <pc:sldMkLst>
          <pc:docMk/>
          <pc:sldMk cId="0" sldId="257"/>
        </pc:sldMkLst>
        <pc:spChg chg="mod">
          <ac:chgData name="SID PATNAIK" userId="fc4753770f211a32" providerId="LiveId" clId="{2D9EBA9E-E9ED-514A-A490-EB65D9230DB8}" dt="2026-02-07T03:41:14.756" v="128" actId="2711"/>
          <ac:spMkLst>
            <pc:docMk/>
            <pc:sldMk cId="0" sldId="257"/>
            <ac:spMk id="5" creationId="{00000000-0000-0000-0000-000000000000}"/>
          </ac:spMkLst>
        </pc:spChg>
        <pc:spChg chg="mod">
          <ac:chgData name="SID PATNAIK" userId="fc4753770f211a32" providerId="LiveId" clId="{2D9EBA9E-E9ED-514A-A490-EB65D9230DB8}" dt="2026-02-07T03:52:18.100" v="173" actId="2711"/>
          <ac:spMkLst>
            <pc:docMk/>
            <pc:sldMk cId="0" sldId="257"/>
            <ac:spMk id="7" creationId="{00000000-0000-0000-0000-000000000000}"/>
          </ac:spMkLst>
        </pc:spChg>
        <pc:spChg chg="mod">
          <ac:chgData name="SID PATNAIK" userId="fc4753770f211a32" providerId="LiveId" clId="{2D9EBA9E-E9ED-514A-A490-EB65D9230DB8}" dt="2026-02-07T03:41:22.761" v="129" actId="2711"/>
          <ac:spMkLst>
            <pc:docMk/>
            <pc:sldMk cId="0" sldId="257"/>
            <ac:spMk id="8" creationId="{00000000-0000-0000-0000-000000000000}"/>
          </ac:spMkLst>
        </pc:spChg>
        <pc:spChg chg="mod">
          <ac:chgData name="SID PATNAIK" userId="fc4753770f211a32" providerId="LiveId" clId="{2D9EBA9E-E9ED-514A-A490-EB65D9230DB8}" dt="2026-02-07T03:51:23.795" v="164" actId="14100"/>
          <ac:spMkLst>
            <pc:docMk/>
            <pc:sldMk cId="0" sldId="257"/>
            <ac:spMk id="9" creationId="{00000000-0000-0000-0000-000000000000}"/>
          </ac:spMkLst>
        </pc:spChg>
        <pc:spChg chg="mod">
          <ac:chgData name="SID PATNAIK" userId="fc4753770f211a32" providerId="LiveId" clId="{2D9EBA9E-E9ED-514A-A490-EB65D9230DB8}" dt="2026-02-07T03:51:33.506" v="165" actId="2711"/>
          <ac:spMkLst>
            <pc:docMk/>
            <pc:sldMk cId="0" sldId="257"/>
            <ac:spMk id="12" creationId="{00000000-0000-0000-0000-000000000000}"/>
          </ac:spMkLst>
        </pc:spChg>
        <pc:spChg chg="mod">
          <ac:chgData name="SID PATNAIK" userId="fc4753770f211a32" providerId="LiveId" clId="{2D9EBA9E-E9ED-514A-A490-EB65D9230DB8}" dt="2026-02-07T03:51:38.641" v="166" actId="2711"/>
          <ac:spMkLst>
            <pc:docMk/>
            <pc:sldMk cId="0" sldId="257"/>
            <ac:spMk id="13" creationId="{00000000-0000-0000-0000-000000000000}"/>
          </ac:spMkLst>
        </pc:spChg>
        <pc:spChg chg="mod">
          <ac:chgData name="SID PATNAIK" userId="fc4753770f211a32" providerId="LiveId" clId="{2D9EBA9E-E9ED-514A-A490-EB65D9230DB8}" dt="2026-02-07T03:51:43.317" v="167" actId="2711"/>
          <ac:spMkLst>
            <pc:docMk/>
            <pc:sldMk cId="0" sldId="257"/>
            <ac:spMk id="16" creationId="{00000000-0000-0000-0000-000000000000}"/>
          </ac:spMkLst>
        </pc:spChg>
        <pc:spChg chg="mod">
          <ac:chgData name="SID PATNAIK" userId="fc4753770f211a32" providerId="LiveId" clId="{2D9EBA9E-E9ED-514A-A490-EB65D9230DB8}" dt="2026-02-07T03:51:48.948" v="168" actId="2711"/>
          <ac:spMkLst>
            <pc:docMk/>
            <pc:sldMk cId="0" sldId="257"/>
            <ac:spMk id="17" creationId="{00000000-0000-0000-0000-000000000000}"/>
          </ac:spMkLst>
        </pc:spChg>
        <pc:spChg chg="mod">
          <ac:chgData name="SID PATNAIK" userId="fc4753770f211a32" providerId="LiveId" clId="{2D9EBA9E-E9ED-514A-A490-EB65D9230DB8}" dt="2026-02-07T03:51:54.194" v="169" actId="2711"/>
          <ac:spMkLst>
            <pc:docMk/>
            <pc:sldMk cId="0" sldId="257"/>
            <ac:spMk id="20" creationId="{00000000-0000-0000-0000-000000000000}"/>
          </ac:spMkLst>
        </pc:spChg>
        <pc:spChg chg="mod">
          <ac:chgData name="SID PATNAIK" userId="fc4753770f211a32" providerId="LiveId" clId="{2D9EBA9E-E9ED-514A-A490-EB65D9230DB8}" dt="2026-02-07T03:51:58.872" v="170" actId="2711"/>
          <ac:spMkLst>
            <pc:docMk/>
            <pc:sldMk cId="0" sldId="257"/>
            <ac:spMk id="21" creationId="{00000000-0000-0000-0000-000000000000}"/>
          </ac:spMkLst>
        </pc:spChg>
        <pc:spChg chg="mod">
          <ac:chgData name="SID PATNAIK" userId="fc4753770f211a32" providerId="LiveId" clId="{2D9EBA9E-E9ED-514A-A490-EB65D9230DB8}" dt="2026-02-07T03:52:03.461" v="171" actId="2711"/>
          <ac:spMkLst>
            <pc:docMk/>
            <pc:sldMk cId="0" sldId="257"/>
            <ac:spMk id="24" creationId="{00000000-0000-0000-0000-000000000000}"/>
          </ac:spMkLst>
        </pc:spChg>
        <pc:spChg chg="mod">
          <ac:chgData name="SID PATNAIK" userId="fc4753770f211a32" providerId="LiveId" clId="{2D9EBA9E-E9ED-514A-A490-EB65D9230DB8}" dt="2026-02-07T03:52:09.042" v="172" actId="2711"/>
          <ac:spMkLst>
            <pc:docMk/>
            <pc:sldMk cId="0" sldId="257"/>
            <ac:spMk id="25" creationId="{00000000-0000-0000-0000-000000000000}"/>
          </ac:spMkLst>
        </pc:spChg>
      </pc:sldChg>
      <pc:sldChg chg="modSp mod">
        <pc:chgData name="SID PATNAIK" userId="fc4753770f211a32" providerId="LiveId" clId="{2D9EBA9E-E9ED-514A-A490-EB65D9230DB8}" dt="2026-02-07T03:53:02.175" v="179" actId="2711"/>
        <pc:sldMkLst>
          <pc:docMk/>
          <pc:sldMk cId="0" sldId="258"/>
        </pc:sldMkLst>
        <pc:spChg chg="mod">
          <ac:chgData name="SID PATNAIK" userId="fc4753770f211a32" providerId="LiveId" clId="{2D9EBA9E-E9ED-514A-A490-EB65D9230DB8}" dt="2026-02-07T03:42:08.026" v="132" actId="2711"/>
          <ac:spMkLst>
            <pc:docMk/>
            <pc:sldMk cId="0" sldId="258"/>
            <ac:spMk id="5" creationId="{00000000-0000-0000-0000-000000000000}"/>
          </ac:spMkLst>
        </pc:spChg>
        <pc:spChg chg="mod">
          <ac:chgData name="SID PATNAIK" userId="fc4753770f211a32" providerId="LiveId" clId="{2D9EBA9E-E9ED-514A-A490-EB65D9230DB8}" dt="2026-02-07T03:53:02.175" v="179" actId="2711"/>
          <ac:spMkLst>
            <pc:docMk/>
            <pc:sldMk cId="0" sldId="258"/>
            <ac:spMk id="7" creationId="{00000000-0000-0000-0000-000000000000}"/>
          </ac:spMkLst>
        </pc:spChg>
        <pc:spChg chg="mod">
          <ac:chgData name="SID PATNAIK" userId="fc4753770f211a32" providerId="LiveId" clId="{2D9EBA9E-E9ED-514A-A490-EB65D9230DB8}" dt="2026-02-07T03:41:43.819" v="130" actId="2711"/>
          <ac:spMkLst>
            <pc:docMk/>
            <pc:sldMk cId="0" sldId="258"/>
            <ac:spMk id="10" creationId="{00000000-0000-0000-0000-000000000000}"/>
          </ac:spMkLst>
        </pc:spChg>
        <pc:spChg chg="mod">
          <ac:chgData name="SID PATNAIK" userId="fc4753770f211a32" providerId="LiveId" clId="{2D9EBA9E-E9ED-514A-A490-EB65D9230DB8}" dt="2026-02-07T03:52:32.983" v="174" actId="2711"/>
          <ac:spMkLst>
            <pc:docMk/>
            <pc:sldMk cId="0" sldId="258"/>
            <ac:spMk id="11" creationId="{00000000-0000-0000-0000-000000000000}"/>
          </ac:spMkLst>
        </pc:spChg>
        <pc:spChg chg="mod">
          <ac:chgData name="SID PATNAIK" userId="fc4753770f211a32" providerId="LiveId" clId="{2D9EBA9E-E9ED-514A-A490-EB65D9230DB8}" dt="2026-02-07T03:52:41.253" v="176" actId="2711"/>
          <ac:spMkLst>
            <pc:docMk/>
            <pc:sldMk cId="0" sldId="258"/>
            <ac:spMk id="12" creationId="{00000000-0000-0000-0000-000000000000}"/>
          </ac:spMkLst>
        </pc:spChg>
        <pc:spChg chg="mod">
          <ac:chgData name="SID PATNAIK" userId="fc4753770f211a32" providerId="LiveId" clId="{2D9EBA9E-E9ED-514A-A490-EB65D9230DB8}" dt="2026-02-07T03:41:48.770" v="131" actId="2711"/>
          <ac:spMkLst>
            <pc:docMk/>
            <pc:sldMk cId="0" sldId="258"/>
            <ac:spMk id="17" creationId="{00000000-0000-0000-0000-000000000000}"/>
          </ac:spMkLst>
        </pc:spChg>
        <pc:spChg chg="mod">
          <ac:chgData name="SID PATNAIK" userId="fc4753770f211a32" providerId="LiveId" clId="{2D9EBA9E-E9ED-514A-A490-EB65D9230DB8}" dt="2026-02-07T03:52:37.175" v="175" actId="2711"/>
          <ac:spMkLst>
            <pc:docMk/>
            <pc:sldMk cId="0" sldId="258"/>
            <ac:spMk id="18" creationId="{00000000-0000-0000-0000-000000000000}"/>
          </ac:spMkLst>
        </pc:spChg>
        <pc:spChg chg="mod">
          <ac:chgData name="SID PATNAIK" userId="fc4753770f211a32" providerId="LiveId" clId="{2D9EBA9E-E9ED-514A-A490-EB65D9230DB8}" dt="2026-02-07T03:52:46.831" v="177" actId="2711"/>
          <ac:spMkLst>
            <pc:docMk/>
            <pc:sldMk cId="0" sldId="258"/>
            <ac:spMk id="19" creationId="{00000000-0000-0000-0000-000000000000}"/>
          </ac:spMkLst>
        </pc:spChg>
        <pc:spChg chg="mod">
          <ac:chgData name="SID PATNAIK" userId="fc4753770f211a32" providerId="LiveId" clId="{2D9EBA9E-E9ED-514A-A490-EB65D9230DB8}" dt="2026-02-07T03:52:55.320" v="178" actId="2711"/>
          <ac:spMkLst>
            <pc:docMk/>
            <pc:sldMk cId="0" sldId="258"/>
            <ac:spMk id="20" creationId="{00000000-0000-0000-0000-000000000000}"/>
          </ac:spMkLst>
        </pc:spChg>
      </pc:sldChg>
      <pc:sldChg chg="modSp mod">
        <pc:chgData name="SID PATNAIK" userId="fc4753770f211a32" providerId="LiveId" clId="{2D9EBA9E-E9ED-514A-A490-EB65D9230DB8}" dt="2026-02-07T03:53:37.426" v="181" actId="2711"/>
        <pc:sldMkLst>
          <pc:docMk/>
          <pc:sldMk cId="0" sldId="259"/>
        </pc:sldMkLst>
        <pc:spChg chg="mod">
          <ac:chgData name="SID PATNAIK" userId="fc4753770f211a32" providerId="LiveId" clId="{2D9EBA9E-E9ED-514A-A490-EB65D9230DB8}" dt="2026-02-07T03:42:19.609" v="133" actId="2711"/>
          <ac:spMkLst>
            <pc:docMk/>
            <pc:sldMk cId="0" sldId="259"/>
            <ac:spMk id="5" creationId="{00000000-0000-0000-0000-000000000000}"/>
          </ac:spMkLst>
        </pc:spChg>
        <pc:spChg chg="mod">
          <ac:chgData name="SID PATNAIK" userId="fc4753770f211a32" providerId="LiveId" clId="{2D9EBA9E-E9ED-514A-A490-EB65D9230DB8}" dt="2026-02-07T03:53:37.426" v="181" actId="2711"/>
          <ac:spMkLst>
            <pc:docMk/>
            <pc:sldMk cId="0" sldId="259"/>
            <ac:spMk id="7" creationId="{00000000-0000-0000-0000-000000000000}"/>
          </ac:spMkLst>
        </pc:spChg>
        <pc:spChg chg="mod">
          <ac:chgData name="SID PATNAIK" userId="fc4753770f211a32" providerId="LiveId" clId="{2D9EBA9E-E9ED-514A-A490-EB65D9230DB8}" dt="2026-02-07T03:42:26.884" v="134" actId="2711"/>
          <ac:spMkLst>
            <pc:docMk/>
            <pc:sldMk cId="0" sldId="259"/>
            <ac:spMk id="8" creationId="{00000000-0000-0000-0000-000000000000}"/>
          </ac:spMkLst>
        </pc:spChg>
        <pc:spChg chg="mod">
          <ac:chgData name="SID PATNAIK" userId="fc4753770f211a32" providerId="LiveId" clId="{2D9EBA9E-E9ED-514A-A490-EB65D9230DB8}" dt="2026-02-07T03:42:31.516" v="135" actId="2711"/>
          <ac:spMkLst>
            <pc:docMk/>
            <pc:sldMk cId="0" sldId="259"/>
            <ac:spMk id="21" creationId="{00000000-0000-0000-0000-000000000000}"/>
          </ac:spMkLst>
        </pc:spChg>
        <pc:spChg chg="mod">
          <ac:chgData name="SID PATNAIK" userId="fc4753770f211a32" providerId="LiveId" clId="{2D9EBA9E-E9ED-514A-A490-EB65D9230DB8}" dt="2026-02-07T03:42:42.989" v="136" actId="2711"/>
          <ac:spMkLst>
            <pc:docMk/>
            <pc:sldMk cId="0" sldId="259"/>
            <ac:spMk id="31" creationId="{00000000-0000-0000-0000-000000000000}"/>
          </ac:spMkLst>
        </pc:spChg>
        <pc:spChg chg="mod">
          <ac:chgData name="SID PATNAIK" userId="fc4753770f211a32" providerId="LiveId" clId="{2D9EBA9E-E9ED-514A-A490-EB65D9230DB8}" dt="2026-02-07T03:53:28.253" v="180" actId="2711"/>
          <ac:spMkLst>
            <pc:docMk/>
            <pc:sldMk cId="0" sldId="259"/>
            <ac:spMk id="32" creationId="{00000000-0000-0000-0000-000000000000}"/>
          </ac:spMkLst>
        </pc:spChg>
      </pc:sldChg>
      <pc:sldChg chg="modSp mod">
        <pc:chgData name="SID PATNAIK" userId="fc4753770f211a32" providerId="LiveId" clId="{2D9EBA9E-E9ED-514A-A490-EB65D9230DB8}" dt="2026-02-07T03:55:39.923" v="195" actId="2711"/>
        <pc:sldMkLst>
          <pc:docMk/>
          <pc:sldMk cId="0" sldId="260"/>
        </pc:sldMkLst>
        <pc:spChg chg="mod">
          <ac:chgData name="SID PATNAIK" userId="fc4753770f211a32" providerId="LiveId" clId="{2D9EBA9E-E9ED-514A-A490-EB65D9230DB8}" dt="2026-02-07T03:42:57.456" v="137" actId="2711"/>
          <ac:spMkLst>
            <pc:docMk/>
            <pc:sldMk cId="0" sldId="260"/>
            <ac:spMk id="5" creationId="{00000000-0000-0000-0000-000000000000}"/>
          </ac:spMkLst>
        </pc:spChg>
        <pc:spChg chg="mod">
          <ac:chgData name="SID PATNAIK" userId="fc4753770f211a32" providerId="LiveId" clId="{2D9EBA9E-E9ED-514A-A490-EB65D9230DB8}" dt="2026-02-07T03:55:39.923" v="195" actId="2711"/>
          <ac:spMkLst>
            <pc:docMk/>
            <pc:sldMk cId="0" sldId="260"/>
            <ac:spMk id="7" creationId="{00000000-0000-0000-0000-000000000000}"/>
          </ac:spMkLst>
        </pc:spChg>
        <pc:spChg chg="mod">
          <ac:chgData name="SID PATNAIK" userId="fc4753770f211a32" providerId="LiveId" clId="{2D9EBA9E-E9ED-514A-A490-EB65D9230DB8}" dt="2026-02-07T03:46:27.488" v="142" actId="2711"/>
          <ac:spMkLst>
            <pc:docMk/>
            <pc:sldMk cId="0" sldId="260"/>
            <ac:spMk id="10" creationId="{00000000-0000-0000-0000-000000000000}"/>
          </ac:spMkLst>
        </pc:spChg>
        <pc:spChg chg="mod">
          <ac:chgData name="SID PATNAIK" userId="fc4753770f211a32" providerId="LiveId" clId="{2D9EBA9E-E9ED-514A-A490-EB65D9230DB8}" dt="2026-02-07T03:54:00.534" v="184" actId="2711"/>
          <ac:spMkLst>
            <pc:docMk/>
            <pc:sldMk cId="0" sldId="260"/>
            <ac:spMk id="11" creationId="{00000000-0000-0000-0000-000000000000}"/>
          </ac:spMkLst>
        </pc:spChg>
        <pc:spChg chg="mod">
          <ac:chgData name="SID PATNAIK" userId="fc4753770f211a32" providerId="LiveId" clId="{2D9EBA9E-E9ED-514A-A490-EB65D9230DB8}" dt="2026-02-07T03:46:36.897" v="143" actId="2711"/>
          <ac:spMkLst>
            <pc:docMk/>
            <pc:sldMk cId="0" sldId="260"/>
            <ac:spMk id="14" creationId="{00000000-0000-0000-0000-000000000000}"/>
          </ac:spMkLst>
        </pc:spChg>
        <pc:spChg chg="mod">
          <ac:chgData name="SID PATNAIK" userId="fc4753770f211a32" providerId="LiveId" clId="{2D9EBA9E-E9ED-514A-A490-EB65D9230DB8}" dt="2026-02-07T03:54:03.886" v="185" actId="2711"/>
          <ac:spMkLst>
            <pc:docMk/>
            <pc:sldMk cId="0" sldId="260"/>
            <ac:spMk id="15" creationId="{00000000-0000-0000-0000-000000000000}"/>
          </ac:spMkLst>
        </pc:spChg>
        <pc:spChg chg="mod">
          <ac:chgData name="SID PATNAIK" userId="fc4753770f211a32" providerId="LiveId" clId="{2D9EBA9E-E9ED-514A-A490-EB65D9230DB8}" dt="2026-02-07T03:46:42.610" v="144" actId="2711"/>
          <ac:spMkLst>
            <pc:docMk/>
            <pc:sldMk cId="0" sldId="260"/>
            <ac:spMk id="18" creationId="{00000000-0000-0000-0000-000000000000}"/>
          </ac:spMkLst>
        </pc:spChg>
        <pc:spChg chg="mod">
          <ac:chgData name="SID PATNAIK" userId="fc4753770f211a32" providerId="LiveId" clId="{2D9EBA9E-E9ED-514A-A490-EB65D9230DB8}" dt="2026-02-07T03:54:08.341" v="186" actId="2711"/>
          <ac:spMkLst>
            <pc:docMk/>
            <pc:sldMk cId="0" sldId="260"/>
            <ac:spMk id="19" creationId="{00000000-0000-0000-0000-000000000000}"/>
          </ac:spMkLst>
        </pc:spChg>
        <pc:spChg chg="mod">
          <ac:chgData name="SID PATNAIK" userId="fc4753770f211a32" providerId="LiveId" clId="{2D9EBA9E-E9ED-514A-A490-EB65D9230DB8}" dt="2026-02-07T03:46:48.143" v="145" actId="2711"/>
          <ac:spMkLst>
            <pc:docMk/>
            <pc:sldMk cId="0" sldId="260"/>
            <ac:spMk id="22" creationId="{00000000-0000-0000-0000-000000000000}"/>
          </ac:spMkLst>
        </pc:spChg>
        <pc:spChg chg="mod">
          <ac:chgData name="SID PATNAIK" userId="fc4753770f211a32" providerId="LiveId" clId="{2D9EBA9E-E9ED-514A-A490-EB65D9230DB8}" dt="2026-02-07T03:54:13.373" v="187" actId="2711"/>
          <ac:spMkLst>
            <pc:docMk/>
            <pc:sldMk cId="0" sldId="260"/>
            <ac:spMk id="23" creationId="{00000000-0000-0000-0000-000000000000}"/>
          </ac:spMkLst>
        </pc:spChg>
        <pc:spChg chg="mod">
          <ac:chgData name="SID PATNAIK" userId="fc4753770f211a32" providerId="LiveId" clId="{2D9EBA9E-E9ED-514A-A490-EB65D9230DB8}" dt="2026-02-07T03:46:53.890" v="146" actId="2711"/>
          <ac:spMkLst>
            <pc:docMk/>
            <pc:sldMk cId="0" sldId="260"/>
            <ac:spMk id="26" creationId="{00000000-0000-0000-0000-000000000000}"/>
          </ac:spMkLst>
        </pc:spChg>
        <pc:spChg chg="mod">
          <ac:chgData name="SID PATNAIK" userId="fc4753770f211a32" providerId="LiveId" clId="{2D9EBA9E-E9ED-514A-A490-EB65D9230DB8}" dt="2026-02-07T03:54:17.949" v="188" actId="2711"/>
          <ac:spMkLst>
            <pc:docMk/>
            <pc:sldMk cId="0" sldId="260"/>
            <ac:spMk id="27" creationId="{00000000-0000-0000-0000-000000000000}"/>
          </ac:spMkLst>
        </pc:spChg>
        <pc:spChg chg="mod">
          <ac:chgData name="SID PATNAIK" userId="fc4753770f211a32" providerId="LiveId" clId="{2D9EBA9E-E9ED-514A-A490-EB65D9230DB8}" dt="2026-02-07T03:55:15.858" v="193" actId="2711"/>
          <ac:spMkLst>
            <pc:docMk/>
            <pc:sldMk cId="0" sldId="260"/>
            <ac:spMk id="30" creationId="{00000000-0000-0000-0000-000000000000}"/>
          </ac:spMkLst>
        </pc:spChg>
        <pc:spChg chg="mod">
          <ac:chgData name="SID PATNAIK" userId="fc4753770f211a32" providerId="LiveId" clId="{2D9EBA9E-E9ED-514A-A490-EB65D9230DB8}" dt="2026-02-07T03:54:22.497" v="189" actId="2711"/>
          <ac:spMkLst>
            <pc:docMk/>
            <pc:sldMk cId="0" sldId="260"/>
            <ac:spMk id="31" creationId="{00000000-0000-0000-0000-000000000000}"/>
          </ac:spMkLst>
        </pc:spChg>
        <pc:spChg chg="mod">
          <ac:chgData name="SID PATNAIK" userId="fc4753770f211a32" providerId="LiveId" clId="{2D9EBA9E-E9ED-514A-A490-EB65D9230DB8}" dt="2026-02-07T03:53:50.247" v="182" actId="2711"/>
          <ac:spMkLst>
            <pc:docMk/>
            <pc:sldMk cId="0" sldId="260"/>
            <ac:spMk id="34" creationId="{00000000-0000-0000-0000-000000000000}"/>
          </ac:spMkLst>
        </pc:spChg>
        <pc:spChg chg="mod">
          <ac:chgData name="SID PATNAIK" userId="fc4753770f211a32" providerId="LiveId" clId="{2D9EBA9E-E9ED-514A-A490-EB65D9230DB8}" dt="2026-02-07T03:54:26.781" v="190" actId="2711"/>
          <ac:spMkLst>
            <pc:docMk/>
            <pc:sldMk cId="0" sldId="260"/>
            <ac:spMk id="35" creationId="{00000000-0000-0000-0000-000000000000}"/>
          </ac:spMkLst>
        </pc:spChg>
        <pc:spChg chg="mod">
          <ac:chgData name="SID PATNAIK" userId="fc4753770f211a32" providerId="LiveId" clId="{2D9EBA9E-E9ED-514A-A490-EB65D9230DB8}" dt="2026-02-07T03:53:54.907" v="183" actId="2711"/>
          <ac:spMkLst>
            <pc:docMk/>
            <pc:sldMk cId="0" sldId="260"/>
            <ac:spMk id="38" creationId="{00000000-0000-0000-0000-000000000000}"/>
          </ac:spMkLst>
        </pc:spChg>
        <pc:spChg chg="mod">
          <ac:chgData name="SID PATNAIK" userId="fc4753770f211a32" providerId="LiveId" clId="{2D9EBA9E-E9ED-514A-A490-EB65D9230DB8}" dt="2026-02-07T03:54:30.956" v="191" actId="2711"/>
          <ac:spMkLst>
            <pc:docMk/>
            <pc:sldMk cId="0" sldId="260"/>
            <ac:spMk id="39" creationId="{00000000-0000-0000-0000-000000000000}"/>
          </ac:spMkLst>
        </pc:spChg>
        <pc:spChg chg="mod">
          <ac:chgData name="SID PATNAIK" userId="fc4753770f211a32" providerId="LiveId" clId="{2D9EBA9E-E9ED-514A-A490-EB65D9230DB8}" dt="2026-02-07T03:55:32.974" v="194" actId="2711"/>
          <ac:spMkLst>
            <pc:docMk/>
            <pc:sldMk cId="0" sldId="260"/>
            <ac:spMk id="40" creationId="{00000000-0000-0000-0000-000000000000}"/>
          </ac:spMkLst>
        </pc:spChg>
      </pc:sldChg>
      <pc:sldChg chg="modSp mod">
        <pc:chgData name="SID PATNAIK" userId="fc4753770f211a32" providerId="LiveId" clId="{2D9EBA9E-E9ED-514A-A490-EB65D9230DB8}" dt="2026-02-07T03:57:12.342" v="200" actId="2711"/>
        <pc:sldMkLst>
          <pc:docMk/>
          <pc:sldMk cId="0" sldId="261"/>
        </pc:sldMkLst>
        <pc:spChg chg="mod">
          <ac:chgData name="SID PATNAIK" userId="fc4753770f211a32" providerId="LiveId" clId="{2D9EBA9E-E9ED-514A-A490-EB65D9230DB8}" dt="2026-02-07T03:55:59.847" v="196" actId="2711"/>
          <ac:spMkLst>
            <pc:docMk/>
            <pc:sldMk cId="0" sldId="261"/>
            <ac:spMk id="5" creationId="{00000000-0000-0000-0000-000000000000}"/>
          </ac:spMkLst>
        </pc:spChg>
        <pc:spChg chg="mod">
          <ac:chgData name="SID PATNAIK" userId="fc4753770f211a32" providerId="LiveId" clId="{2D9EBA9E-E9ED-514A-A490-EB65D9230DB8}" dt="2026-02-07T03:57:12.342" v="200" actId="2711"/>
          <ac:spMkLst>
            <pc:docMk/>
            <pc:sldMk cId="0" sldId="261"/>
            <ac:spMk id="7" creationId="{00000000-0000-0000-0000-000000000000}"/>
          </ac:spMkLst>
        </pc:spChg>
        <pc:spChg chg="mod">
          <ac:chgData name="SID PATNAIK" userId="fc4753770f211a32" providerId="LiveId" clId="{2D9EBA9E-E9ED-514A-A490-EB65D9230DB8}" dt="2026-02-07T03:55:59.847" v="196" actId="2711"/>
          <ac:spMkLst>
            <pc:docMk/>
            <pc:sldMk cId="0" sldId="261"/>
            <ac:spMk id="10" creationId="{00000000-0000-0000-0000-000000000000}"/>
          </ac:spMkLst>
        </pc:spChg>
        <pc:spChg chg="mod">
          <ac:chgData name="SID PATNAIK" userId="fc4753770f211a32" providerId="LiveId" clId="{2D9EBA9E-E9ED-514A-A490-EB65D9230DB8}" dt="2026-02-07T03:56:25.151" v="197" actId="2711"/>
          <ac:spMkLst>
            <pc:docMk/>
            <pc:sldMk cId="0" sldId="261"/>
            <ac:spMk id="11" creationId="{00000000-0000-0000-0000-000000000000}"/>
          </ac:spMkLst>
        </pc:spChg>
        <pc:spChg chg="mod">
          <ac:chgData name="SID PATNAIK" userId="fc4753770f211a32" providerId="LiveId" clId="{2D9EBA9E-E9ED-514A-A490-EB65D9230DB8}" dt="2026-02-07T03:55:59.847" v="196" actId="2711"/>
          <ac:spMkLst>
            <pc:docMk/>
            <pc:sldMk cId="0" sldId="261"/>
            <ac:spMk id="14" creationId="{00000000-0000-0000-0000-000000000000}"/>
          </ac:spMkLst>
        </pc:spChg>
        <pc:spChg chg="mod">
          <ac:chgData name="SID PATNAIK" userId="fc4753770f211a32" providerId="LiveId" clId="{2D9EBA9E-E9ED-514A-A490-EB65D9230DB8}" dt="2026-02-07T03:56:25.151" v="197" actId="2711"/>
          <ac:spMkLst>
            <pc:docMk/>
            <pc:sldMk cId="0" sldId="261"/>
            <ac:spMk id="15" creationId="{00000000-0000-0000-0000-000000000000}"/>
          </ac:spMkLst>
        </pc:spChg>
        <pc:spChg chg="mod">
          <ac:chgData name="SID PATNAIK" userId="fc4753770f211a32" providerId="LiveId" clId="{2D9EBA9E-E9ED-514A-A490-EB65D9230DB8}" dt="2026-02-07T03:55:59.847" v="196" actId="2711"/>
          <ac:spMkLst>
            <pc:docMk/>
            <pc:sldMk cId="0" sldId="261"/>
            <ac:spMk id="18" creationId="{00000000-0000-0000-0000-000000000000}"/>
          </ac:spMkLst>
        </pc:spChg>
        <pc:spChg chg="mod">
          <ac:chgData name="SID PATNAIK" userId="fc4753770f211a32" providerId="LiveId" clId="{2D9EBA9E-E9ED-514A-A490-EB65D9230DB8}" dt="2026-02-07T03:56:25.151" v="197" actId="2711"/>
          <ac:spMkLst>
            <pc:docMk/>
            <pc:sldMk cId="0" sldId="261"/>
            <ac:spMk id="19" creationId="{00000000-0000-0000-0000-000000000000}"/>
          </ac:spMkLst>
        </pc:spChg>
        <pc:spChg chg="mod">
          <ac:chgData name="SID PATNAIK" userId="fc4753770f211a32" providerId="LiveId" clId="{2D9EBA9E-E9ED-514A-A490-EB65D9230DB8}" dt="2026-02-07T03:56:40.784" v="198" actId="2711"/>
          <ac:spMkLst>
            <pc:docMk/>
            <pc:sldMk cId="0" sldId="261"/>
            <ac:spMk id="21" creationId="{00000000-0000-0000-0000-000000000000}"/>
          </ac:spMkLst>
        </pc:spChg>
        <pc:graphicFrameChg chg="mod">
          <ac:chgData name="SID PATNAIK" userId="fc4753770f211a32" providerId="LiveId" clId="{2D9EBA9E-E9ED-514A-A490-EB65D9230DB8}" dt="2026-02-07T03:57:02.017" v="199" actId="2711"/>
          <ac:graphicFrameMkLst>
            <pc:docMk/>
            <pc:sldMk cId="0" sldId="261"/>
            <ac:graphicFrameMk id="20" creationId="{00000000-0000-0000-0000-000000000000}"/>
          </ac:graphicFrameMkLst>
        </pc:graphicFrameChg>
      </pc:sldChg>
      <pc:sldChg chg="modSp mod">
        <pc:chgData name="SID PATNAIK" userId="fc4753770f211a32" providerId="LiveId" clId="{2D9EBA9E-E9ED-514A-A490-EB65D9230DB8}" dt="2026-02-07T03:57:39.661" v="203" actId="2711"/>
        <pc:sldMkLst>
          <pc:docMk/>
          <pc:sldMk cId="0" sldId="262"/>
        </pc:sldMkLst>
        <pc:spChg chg="mod">
          <ac:chgData name="SID PATNAIK" userId="fc4753770f211a32" providerId="LiveId" clId="{2D9EBA9E-E9ED-514A-A490-EB65D9230DB8}" dt="2026-02-07T03:57:25.465" v="201" actId="2711"/>
          <ac:spMkLst>
            <pc:docMk/>
            <pc:sldMk cId="0" sldId="262"/>
            <ac:spMk id="5" creationId="{00000000-0000-0000-0000-000000000000}"/>
          </ac:spMkLst>
        </pc:spChg>
        <pc:spChg chg="mod">
          <ac:chgData name="SID PATNAIK" userId="fc4753770f211a32" providerId="LiveId" clId="{2D9EBA9E-E9ED-514A-A490-EB65D9230DB8}" dt="2026-02-07T03:57:39.661" v="203" actId="2711"/>
          <ac:spMkLst>
            <pc:docMk/>
            <pc:sldMk cId="0" sldId="262"/>
            <ac:spMk id="7" creationId="{00000000-0000-0000-0000-000000000000}"/>
          </ac:spMkLst>
        </pc:spChg>
        <pc:spChg chg="mod">
          <ac:chgData name="SID PATNAIK" userId="fc4753770f211a32" providerId="LiveId" clId="{2D9EBA9E-E9ED-514A-A490-EB65D9230DB8}" dt="2026-02-07T03:57:34.099" v="202" actId="2711"/>
          <ac:spMkLst>
            <pc:docMk/>
            <pc:sldMk cId="0" sldId="262"/>
            <ac:spMk id="11" creationId="{00000000-0000-0000-0000-000000000000}"/>
          </ac:spMkLst>
        </pc:spChg>
      </pc:sldChg>
      <pc:sldChg chg="modSp mod">
        <pc:chgData name="SID PATNAIK" userId="fc4753770f211a32" providerId="LiveId" clId="{2D9EBA9E-E9ED-514A-A490-EB65D9230DB8}" dt="2026-02-07T03:59:21.010" v="214" actId="2711"/>
        <pc:sldMkLst>
          <pc:docMk/>
          <pc:sldMk cId="0" sldId="263"/>
        </pc:sldMkLst>
        <pc:spChg chg="mod">
          <ac:chgData name="SID PATNAIK" userId="fc4753770f211a32" providerId="LiveId" clId="{2D9EBA9E-E9ED-514A-A490-EB65D9230DB8}" dt="2026-02-07T03:57:49.129" v="204" actId="2711"/>
          <ac:spMkLst>
            <pc:docMk/>
            <pc:sldMk cId="0" sldId="263"/>
            <ac:spMk id="5" creationId="{00000000-0000-0000-0000-000000000000}"/>
          </ac:spMkLst>
        </pc:spChg>
        <pc:spChg chg="mod">
          <ac:chgData name="SID PATNAIK" userId="fc4753770f211a32" providerId="LiveId" clId="{2D9EBA9E-E9ED-514A-A490-EB65D9230DB8}" dt="2026-02-07T03:59:21.010" v="214" actId="2711"/>
          <ac:spMkLst>
            <pc:docMk/>
            <pc:sldMk cId="0" sldId="263"/>
            <ac:spMk id="7" creationId="{00000000-0000-0000-0000-000000000000}"/>
          </ac:spMkLst>
        </pc:spChg>
        <pc:spChg chg="mod">
          <ac:chgData name="SID PATNAIK" userId="fc4753770f211a32" providerId="LiveId" clId="{2D9EBA9E-E9ED-514A-A490-EB65D9230DB8}" dt="2026-02-07T03:58:11.036" v="206" actId="2711"/>
          <ac:spMkLst>
            <pc:docMk/>
            <pc:sldMk cId="0" sldId="263"/>
            <ac:spMk id="9" creationId="{00000000-0000-0000-0000-000000000000}"/>
          </ac:spMkLst>
        </pc:spChg>
        <pc:spChg chg="mod">
          <ac:chgData name="SID PATNAIK" userId="fc4753770f211a32" providerId="LiveId" clId="{2D9EBA9E-E9ED-514A-A490-EB65D9230DB8}" dt="2026-02-07T03:58:25.323" v="207" actId="2711"/>
          <ac:spMkLst>
            <pc:docMk/>
            <pc:sldMk cId="0" sldId="263"/>
            <ac:spMk id="12" creationId="{00000000-0000-0000-0000-000000000000}"/>
          </ac:spMkLst>
        </pc:spChg>
        <pc:spChg chg="mod">
          <ac:chgData name="SID PATNAIK" userId="fc4753770f211a32" providerId="LiveId" clId="{2D9EBA9E-E9ED-514A-A490-EB65D9230DB8}" dt="2026-02-07T03:58:33.625" v="209" actId="2711"/>
          <ac:spMkLst>
            <pc:docMk/>
            <pc:sldMk cId="0" sldId="263"/>
            <ac:spMk id="13" creationId="{00000000-0000-0000-0000-000000000000}"/>
          </ac:spMkLst>
        </pc:spChg>
        <pc:spChg chg="mod">
          <ac:chgData name="SID PATNAIK" userId="fc4753770f211a32" providerId="LiveId" clId="{2D9EBA9E-E9ED-514A-A490-EB65D9230DB8}" dt="2026-02-07T03:59:00.207" v="211" actId="2711"/>
          <ac:spMkLst>
            <pc:docMk/>
            <pc:sldMk cId="0" sldId="263"/>
            <ac:spMk id="14" creationId="{00000000-0000-0000-0000-000000000000}"/>
          </ac:spMkLst>
        </pc:spChg>
        <pc:spChg chg="mod">
          <ac:chgData name="SID PATNAIK" userId="fc4753770f211a32" providerId="LiveId" clId="{2D9EBA9E-E9ED-514A-A490-EB65D9230DB8}" dt="2026-02-07T03:58:29.136" v="208" actId="2711"/>
          <ac:spMkLst>
            <pc:docMk/>
            <pc:sldMk cId="0" sldId="263"/>
            <ac:spMk id="17" creationId="{00000000-0000-0000-0000-000000000000}"/>
          </ac:spMkLst>
        </pc:spChg>
        <pc:spChg chg="mod">
          <ac:chgData name="SID PATNAIK" userId="fc4753770f211a32" providerId="LiveId" clId="{2D9EBA9E-E9ED-514A-A490-EB65D9230DB8}" dt="2026-02-07T03:58:53.242" v="210" actId="2711"/>
          <ac:spMkLst>
            <pc:docMk/>
            <pc:sldMk cId="0" sldId="263"/>
            <ac:spMk id="18" creationId="{00000000-0000-0000-0000-000000000000}"/>
          </ac:spMkLst>
        </pc:spChg>
        <pc:spChg chg="mod">
          <ac:chgData name="SID PATNAIK" userId="fc4753770f211a32" providerId="LiveId" clId="{2D9EBA9E-E9ED-514A-A490-EB65D9230DB8}" dt="2026-02-07T03:59:05.386" v="212" actId="2711"/>
          <ac:spMkLst>
            <pc:docMk/>
            <pc:sldMk cId="0" sldId="263"/>
            <ac:spMk id="19" creationId="{00000000-0000-0000-0000-000000000000}"/>
          </ac:spMkLst>
        </pc:spChg>
        <pc:spChg chg="mod">
          <ac:chgData name="SID PATNAIK" userId="fc4753770f211a32" providerId="LiveId" clId="{2D9EBA9E-E9ED-514A-A490-EB65D9230DB8}" dt="2026-02-07T03:59:10.692" v="213" actId="2711"/>
          <ac:spMkLst>
            <pc:docMk/>
            <pc:sldMk cId="0" sldId="263"/>
            <ac:spMk id="21" creationId="{00000000-0000-0000-0000-000000000000}"/>
          </ac:spMkLst>
        </pc:spChg>
        <pc:graphicFrameChg chg="mod">
          <ac:chgData name="SID PATNAIK" userId="fc4753770f211a32" providerId="LiveId" clId="{2D9EBA9E-E9ED-514A-A490-EB65D9230DB8}" dt="2026-02-07T03:58:00.932" v="205" actId="2711"/>
          <ac:graphicFrameMkLst>
            <pc:docMk/>
            <pc:sldMk cId="0" sldId="263"/>
            <ac:graphicFrameMk id="8" creationId="{00000000-0000-0000-0000-000000000000}"/>
          </ac:graphicFrameMkLst>
        </pc:graphicFrameChg>
      </pc:sldChg>
      <pc:sldChg chg="modSp mod">
        <pc:chgData name="SID PATNAIK" userId="fc4753770f211a32" providerId="LiveId" clId="{2D9EBA9E-E9ED-514A-A490-EB65D9230DB8}" dt="2026-02-07T04:00:55.306" v="226" actId="2711"/>
        <pc:sldMkLst>
          <pc:docMk/>
          <pc:sldMk cId="0" sldId="264"/>
        </pc:sldMkLst>
        <pc:spChg chg="mod">
          <ac:chgData name="SID PATNAIK" userId="fc4753770f211a32" providerId="LiveId" clId="{2D9EBA9E-E9ED-514A-A490-EB65D9230DB8}" dt="2026-02-07T03:59:32.670" v="215" actId="2711"/>
          <ac:spMkLst>
            <pc:docMk/>
            <pc:sldMk cId="0" sldId="264"/>
            <ac:spMk id="5" creationId="{00000000-0000-0000-0000-000000000000}"/>
          </ac:spMkLst>
        </pc:spChg>
        <pc:spChg chg="mod">
          <ac:chgData name="SID PATNAIK" userId="fc4753770f211a32" providerId="LiveId" clId="{2D9EBA9E-E9ED-514A-A490-EB65D9230DB8}" dt="2026-02-07T04:00:55.306" v="226" actId="2711"/>
          <ac:spMkLst>
            <pc:docMk/>
            <pc:sldMk cId="0" sldId="264"/>
            <ac:spMk id="7" creationId="{00000000-0000-0000-0000-000000000000}"/>
          </ac:spMkLst>
        </pc:spChg>
        <pc:spChg chg="mod">
          <ac:chgData name="SID PATNAIK" userId="fc4753770f211a32" providerId="LiveId" clId="{2D9EBA9E-E9ED-514A-A490-EB65D9230DB8}" dt="2026-02-07T03:59:47.464" v="216" actId="2711"/>
          <ac:spMkLst>
            <pc:docMk/>
            <pc:sldMk cId="0" sldId="264"/>
            <ac:spMk id="10" creationId="{00000000-0000-0000-0000-000000000000}"/>
          </ac:spMkLst>
        </pc:spChg>
        <pc:spChg chg="mod">
          <ac:chgData name="SID PATNAIK" userId="fc4753770f211a32" providerId="LiveId" clId="{2D9EBA9E-E9ED-514A-A490-EB65D9230DB8}" dt="2026-02-07T04:00:05.649" v="219" actId="2711"/>
          <ac:spMkLst>
            <pc:docMk/>
            <pc:sldMk cId="0" sldId="264"/>
            <ac:spMk id="11" creationId="{00000000-0000-0000-0000-000000000000}"/>
          </ac:spMkLst>
        </pc:spChg>
        <pc:spChg chg="mod">
          <ac:chgData name="SID PATNAIK" userId="fc4753770f211a32" providerId="LiveId" clId="{2D9EBA9E-E9ED-514A-A490-EB65D9230DB8}" dt="2026-02-07T03:59:56.157" v="217" actId="2711"/>
          <ac:spMkLst>
            <pc:docMk/>
            <pc:sldMk cId="0" sldId="264"/>
            <ac:spMk id="14" creationId="{00000000-0000-0000-0000-000000000000}"/>
          </ac:spMkLst>
        </pc:spChg>
        <pc:spChg chg="mod">
          <ac:chgData name="SID PATNAIK" userId="fc4753770f211a32" providerId="LiveId" clId="{2D9EBA9E-E9ED-514A-A490-EB65D9230DB8}" dt="2026-02-07T04:00:10.387" v="220" actId="2711"/>
          <ac:spMkLst>
            <pc:docMk/>
            <pc:sldMk cId="0" sldId="264"/>
            <ac:spMk id="15" creationId="{00000000-0000-0000-0000-000000000000}"/>
          </ac:spMkLst>
        </pc:spChg>
        <pc:spChg chg="mod">
          <ac:chgData name="SID PATNAIK" userId="fc4753770f211a32" providerId="LiveId" clId="{2D9EBA9E-E9ED-514A-A490-EB65D9230DB8}" dt="2026-02-07T04:00:01.114" v="218" actId="2711"/>
          <ac:spMkLst>
            <pc:docMk/>
            <pc:sldMk cId="0" sldId="264"/>
            <ac:spMk id="18" creationId="{00000000-0000-0000-0000-000000000000}"/>
          </ac:spMkLst>
        </pc:spChg>
        <pc:spChg chg="mod">
          <ac:chgData name="SID PATNAIK" userId="fc4753770f211a32" providerId="LiveId" clId="{2D9EBA9E-E9ED-514A-A490-EB65D9230DB8}" dt="2026-02-07T04:00:15.532" v="221" actId="2711"/>
          <ac:spMkLst>
            <pc:docMk/>
            <pc:sldMk cId="0" sldId="264"/>
            <ac:spMk id="19" creationId="{00000000-0000-0000-0000-000000000000}"/>
          </ac:spMkLst>
        </pc:spChg>
        <pc:spChg chg="mod">
          <ac:chgData name="SID PATNAIK" userId="fc4753770f211a32" providerId="LiveId" clId="{2D9EBA9E-E9ED-514A-A490-EB65D9230DB8}" dt="2026-02-07T04:00:20.323" v="222" actId="2711"/>
          <ac:spMkLst>
            <pc:docMk/>
            <pc:sldMk cId="0" sldId="264"/>
            <ac:spMk id="20" creationId="{00000000-0000-0000-0000-000000000000}"/>
          </ac:spMkLst>
        </pc:spChg>
        <pc:spChg chg="mod">
          <ac:chgData name="SID PATNAIK" userId="fc4753770f211a32" providerId="LiveId" clId="{2D9EBA9E-E9ED-514A-A490-EB65D9230DB8}" dt="2026-02-07T04:00:25.869" v="223" actId="2711"/>
          <ac:spMkLst>
            <pc:docMk/>
            <pc:sldMk cId="0" sldId="264"/>
            <ac:spMk id="22" creationId="{00000000-0000-0000-0000-000000000000}"/>
          </ac:spMkLst>
        </pc:spChg>
        <pc:graphicFrameChg chg="mod">
          <ac:chgData name="SID PATNAIK" userId="fc4753770f211a32" providerId="LiveId" clId="{2D9EBA9E-E9ED-514A-A490-EB65D9230DB8}" dt="2026-02-07T04:00:39.482" v="224" actId="255"/>
          <ac:graphicFrameMkLst>
            <pc:docMk/>
            <pc:sldMk cId="0" sldId="264"/>
            <ac:graphicFrameMk id="21" creationId="{00000000-0000-0000-0000-000000000000}"/>
          </ac:graphicFrameMkLst>
        </pc:graphicFrameChg>
        <pc:graphicFrameChg chg="mod">
          <ac:chgData name="SID PATNAIK" userId="fc4753770f211a32" providerId="LiveId" clId="{2D9EBA9E-E9ED-514A-A490-EB65D9230DB8}" dt="2026-02-07T04:00:46.512" v="225" actId="255"/>
          <ac:graphicFrameMkLst>
            <pc:docMk/>
            <pc:sldMk cId="0" sldId="264"/>
            <ac:graphicFrameMk id="23" creationId="{00000000-0000-0000-0000-000000000000}"/>
          </ac:graphicFrameMkLst>
        </pc:graphicFrameChg>
      </pc:sldChg>
      <pc:sldChg chg="modSp mod">
        <pc:chgData name="SID PATNAIK" userId="fc4753770f211a32" providerId="LiveId" clId="{2D9EBA9E-E9ED-514A-A490-EB65D9230DB8}" dt="2026-02-07T04:03:45.129" v="243" actId="1076"/>
        <pc:sldMkLst>
          <pc:docMk/>
          <pc:sldMk cId="0" sldId="265"/>
        </pc:sldMkLst>
        <pc:spChg chg="mod">
          <ac:chgData name="SID PATNAIK" userId="fc4753770f211a32" providerId="LiveId" clId="{2D9EBA9E-E9ED-514A-A490-EB65D9230DB8}" dt="2026-02-07T04:01:03.019" v="227" actId="2711"/>
          <ac:spMkLst>
            <pc:docMk/>
            <pc:sldMk cId="0" sldId="265"/>
            <ac:spMk id="5" creationId="{00000000-0000-0000-0000-000000000000}"/>
          </ac:spMkLst>
        </pc:spChg>
        <pc:spChg chg="mod">
          <ac:chgData name="SID PATNAIK" userId="fc4753770f211a32" providerId="LiveId" clId="{2D9EBA9E-E9ED-514A-A490-EB65D9230DB8}" dt="2026-02-07T04:01:09.583" v="228" actId="2711"/>
          <ac:spMkLst>
            <pc:docMk/>
            <pc:sldMk cId="0" sldId="265"/>
            <ac:spMk id="10" creationId="{00000000-0000-0000-0000-000000000000}"/>
          </ac:spMkLst>
        </pc:spChg>
        <pc:spChg chg="mod">
          <ac:chgData name="SID PATNAIK" userId="fc4753770f211a32" providerId="LiveId" clId="{2D9EBA9E-E9ED-514A-A490-EB65D9230DB8}" dt="2026-02-07T04:01:40.175" v="232" actId="2711"/>
          <ac:spMkLst>
            <pc:docMk/>
            <pc:sldMk cId="0" sldId="265"/>
            <ac:spMk id="11" creationId="{00000000-0000-0000-0000-000000000000}"/>
          </ac:spMkLst>
        </pc:spChg>
        <pc:spChg chg="mod">
          <ac:chgData name="SID PATNAIK" userId="fc4753770f211a32" providerId="LiveId" clId="{2D9EBA9E-E9ED-514A-A490-EB65D9230DB8}" dt="2026-02-07T04:01:13.041" v="229" actId="2711"/>
          <ac:spMkLst>
            <pc:docMk/>
            <pc:sldMk cId="0" sldId="265"/>
            <ac:spMk id="14" creationId="{00000000-0000-0000-0000-000000000000}"/>
          </ac:spMkLst>
        </pc:spChg>
        <pc:spChg chg="mod">
          <ac:chgData name="SID PATNAIK" userId="fc4753770f211a32" providerId="LiveId" clId="{2D9EBA9E-E9ED-514A-A490-EB65D9230DB8}" dt="2026-02-07T04:01:40.175" v="232" actId="2711"/>
          <ac:spMkLst>
            <pc:docMk/>
            <pc:sldMk cId="0" sldId="265"/>
            <ac:spMk id="15" creationId="{00000000-0000-0000-0000-000000000000}"/>
          </ac:spMkLst>
        </pc:spChg>
        <pc:spChg chg="mod">
          <ac:chgData name="SID PATNAIK" userId="fc4753770f211a32" providerId="LiveId" clId="{2D9EBA9E-E9ED-514A-A490-EB65D9230DB8}" dt="2026-02-07T04:01:16.909" v="230" actId="2711"/>
          <ac:spMkLst>
            <pc:docMk/>
            <pc:sldMk cId="0" sldId="265"/>
            <ac:spMk id="18" creationId="{00000000-0000-0000-0000-000000000000}"/>
          </ac:spMkLst>
        </pc:spChg>
        <pc:spChg chg="mod">
          <ac:chgData name="SID PATNAIK" userId="fc4753770f211a32" providerId="LiveId" clId="{2D9EBA9E-E9ED-514A-A490-EB65D9230DB8}" dt="2026-02-07T04:01:40.175" v="232" actId="2711"/>
          <ac:spMkLst>
            <pc:docMk/>
            <pc:sldMk cId="0" sldId="265"/>
            <ac:spMk id="19" creationId="{00000000-0000-0000-0000-000000000000}"/>
          </ac:spMkLst>
        </pc:spChg>
        <pc:spChg chg="mod">
          <ac:chgData name="SID PATNAIK" userId="fc4753770f211a32" providerId="LiveId" clId="{2D9EBA9E-E9ED-514A-A490-EB65D9230DB8}" dt="2026-02-07T04:01:20.414" v="231" actId="2711"/>
          <ac:spMkLst>
            <pc:docMk/>
            <pc:sldMk cId="0" sldId="265"/>
            <ac:spMk id="22" creationId="{00000000-0000-0000-0000-000000000000}"/>
          </ac:spMkLst>
        </pc:spChg>
        <pc:spChg chg="mod">
          <ac:chgData name="SID PATNAIK" userId="fc4753770f211a32" providerId="LiveId" clId="{2D9EBA9E-E9ED-514A-A490-EB65D9230DB8}" dt="2026-02-07T04:01:40.175" v="232" actId="2711"/>
          <ac:spMkLst>
            <pc:docMk/>
            <pc:sldMk cId="0" sldId="265"/>
            <ac:spMk id="23" creationId="{00000000-0000-0000-0000-000000000000}"/>
          </ac:spMkLst>
        </pc:spChg>
        <pc:spChg chg="mod">
          <ac:chgData name="SID PATNAIK" userId="fc4753770f211a32" providerId="LiveId" clId="{2D9EBA9E-E9ED-514A-A490-EB65D9230DB8}" dt="2026-02-07T04:01:55.421" v="234" actId="2711"/>
          <ac:spMkLst>
            <pc:docMk/>
            <pc:sldMk cId="0" sldId="265"/>
            <ac:spMk id="24" creationId="{00000000-0000-0000-0000-000000000000}"/>
          </ac:spMkLst>
        </pc:spChg>
        <pc:spChg chg="mod">
          <ac:chgData name="SID PATNAIK" userId="fc4753770f211a32" providerId="LiveId" clId="{2D9EBA9E-E9ED-514A-A490-EB65D9230DB8}" dt="2026-02-07T04:03:00.715" v="239" actId="1076"/>
          <ac:spMkLst>
            <pc:docMk/>
            <pc:sldMk cId="0" sldId="265"/>
            <ac:spMk id="26" creationId="{00000000-0000-0000-0000-000000000000}"/>
          </ac:spMkLst>
        </pc:spChg>
        <pc:spChg chg="mod">
          <ac:chgData name="SID PATNAIK" userId="fc4753770f211a32" providerId="LiveId" clId="{2D9EBA9E-E9ED-514A-A490-EB65D9230DB8}" dt="2026-02-07T04:03:20.298" v="240" actId="1076"/>
          <ac:spMkLst>
            <pc:docMk/>
            <pc:sldMk cId="0" sldId="265"/>
            <ac:spMk id="28" creationId="{00000000-0000-0000-0000-000000000000}"/>
          </ac:spMkLst>
        </pc:spChg>
        <pc:spChg chg="mod">
          <ac:chgData name="SID PATNAIK" userId="fc4753770f211a32" providerId="LiveId" clId="{2D9EBA9E-E9ED-514A-A490-EB65D9230DB8}" dt="2026-02-07T04:03:45.129" v="243" actId="1076"/>
          <ac:spMkLst>
            <pc:docMk/>
            <pc:sldMk cId="0" sldId="265"/>
            <ac:spMk id="29" creationId="{00000000-0000-0000-0000-000000000000}"/>
          </ac:spMkLst>
        </pc:spChg>
        <pc:graphicFrameChg chg="modGraphic">
          <ac:chgData name="SID PATNAIK" userId="fc4753770f211a32" providerId="LiveId" clId="{2D9EBA9E-E9ED-514A-A490-EB65D9230DB8}" dt="2026-02-07T04:02:17.516" v="236" actId="2711"/>
          <ac:graphicFrameMkLst>
            <pc:docMk/>
            <pc:sldMk cId="0" sldId="265"/>
            <ac:graphicFrameMk id="25" creationId="{00000000-0000-0000-0000-000000000000}"/>
          </ac:graphicFrameMkLst>
        </pc:graphicFrameChg>
        <pc:picChg chg="mod">
          <ac:chgData name="SID PATNAIK" userId="fc4753770f211a32" providerId="LiveId" clId="{2D9EBA9E-E9ED-514A-A490-EB65D9230DB8}" dt="2026-02-07T04:03:32.212" v="242" actId="1076"/>
          <ac:picMkLst>
            <pc:docMk/>
            <pc:sldMk cId="0" sldId="265"/>
            <ac:picMk id="27" creationId="{00000000-0000-0000-0000-000000000000}"/>
          </ac:picMkLst>
        </pc:picChg>
      </pc:sldChg>
      <pc:sldChg chg="modSp mod">
        <pc:chgData name="SID PATNAIK" userId="fc4753770f211a32" providerId="LiveId" clId="{2D9EBA9E-E9ED-514A-A490-EB65D9230DB8}" dt="2026-02-07T04:05:21.061" v="249" actId="2711"/>
        <pc:sldMkLst>
          <pc:docMk/>
          <pc:sldMk cId="0" sldId="266"/>
        </pc:sldMkLst>
        <pc:spChg chg="mod">
          <ac:chgData name="SID PATNAIK" userId="fc4753770f211a32" providerId="LiveId" clId="{2D9EBA9E-E9ED-514A-A490-EB65D9230DB8}" dt="2026-02-07T04:04:42.326" v="244" actId="2711"/>
          <ac:spMkLst>
            <pc:docMk/>
            <pc:sldMk cId="0" sldId="266"/>
            <ac:spMk id="5" creationId="{00000000-0000-0000-0000-000000000000}"/>
          </ac:spMkLst>
        </pc:spChg>
        <pc:spChg chg="mod">
          <ac:chgData name="SID PATNAIK" userId="fc4753770f211a32" providerId="LiveId" clId="{2D9EBA9E-E9ED-514A-A490-EB65D9230DB8}" dt="2026-02-07T04:04:50.193" v="245" actId="2711"/>
          <ac:spMkLst>
            <pc:docMk/>
            <pc:sldMk cId="0" sldId="266"/>
            <ac:spMk id="10" creationId="{00000000-0000-0000-0000-000000000000}"/>
          </ac:spMkLst>
        </pc:spChg>
        <pc:spChg chg="mod">
          <ac:chgData name="SID PATNAIK" userId="fc4753770f211a32" providerId="LiveId" clId="{2D9EBA9E-E9ED-514A-A490-EB65D9230DB8}" dt="2026-02-07T04:04:59.671" v="246" actId="2711"/>
          <ac:spMkLst>
            <pc:docMk/>
            <pc:sldMk cId="0" sldId="266"/>
            <ac:spMk id="11" creationId="{00000000-0000-0000-0000-000000000000}"/>
          </ac:spMkLst>
        </pc:spChg>
        <pc:spChg chg="mod">
          <ac:chgData name="SID PATNAIK" userId="fc4753770f211a32" providerId="LiveId" clId="{2D9EBA9E-E9ED-514A-A490-EB65D9230DB8}" dt="2026-02-07T04:04:50.193" v="245" actId="2711"/>
          <ac:spMkLst>
            <pc:docMk/>
            <pc:sldMk cId="0" sldId="266"/>
            <ac:spMk id="14" creationId="{00000000-0000-0000-0000-000000000000}"/>
          </ac:spMkLst>
        </pc:spChg>
        <pc:spChg chg="mod">
          <ac:chgData name="SID PATNAIK" userId="fc4753770f211a32" providerId="LiveId" clId="{2D9EBA9E-E9ED-514A-A490-EB65D9230DB8}" dt="2026-02-07T04:04:59.671" v="246" actId="2711"/>
          <ac:spMkLst>
            <pc:docMk/>
            <pc:sldMk cId="0" sldId="266"/>
            <ac:spMk id="15" creationId="{00000000-0000-0000-0000-000000000000}"/>
          </ac:spMkLst>
        </pc:spChg>
        <pc:spChg chg="mod">
          <ac:chgData name="SID PATNAIK" userId="fc4753770f211a32" providerId="LiveId" clId="{2D9EBA9E-E9ED-514A-A490-EB65D9230DB8}" dt="2026-02-07T04:04:50.193" v="245" actId="2711"/>
          <ac:spMkLst>
            <pc:docMk/>
            <pc:sldMk cId="0" sldId="266"/>
            <ac:spMk id="18" creationId="{00000000-0000-0000-0000-000000000000}"/>
          </ac:spMkLst>
        </pc:spChg>
        <pc:spChg chg="mod">
          <ac:chgData name="SID PATNAIK" userId="fc4753770f211a32" providerId="LiveId" clId="{2D9EBA9E-E9ED-514A-A490-EB65D9230DB8}" dt="2026-02-07T04:04:59.671" v="246" actId="2711"/>
          <ac:spMkLst>
            <pc:docMk/>
            <pc:sldMk cId="0" sldId="266"/>
            <ac:spMk id="19" creationId="{00000000-0000-0000-0000-000000000000}"/>
          </ac:spMkLst>
        </pc:spChg>
        <pc:spChg chg="mod">
          <ac:chgData name="SID PATNAIK" userId="fc4753770f211a32" providerId="LiveId" clId="{2D9EBA9E-E9ED-514A-A490-EB65D9230DB8}" dt="2026-02-07T04:04:50.193" v="245" actId="2711"/>
          <ac:spMkLst>
            <pc:docMk/>
            <pc:sldMk cId="0" sldId="266"/>
            <ac:spMk id="22" creationId="{00000000-0000-0000-0000-000000000000}"/>
          </ac:spMkLst>
        </pc:spChg>
        <pc:spChg chg="mod">
          <ac:chgData name="SID PATNAIK" userId="fc4753770f211a32" providerId="LiveId" clId="{2D9EBA9E-E9ED-514A-A490-EB65D9230DB8}" dt="2026-02-07T04:04:59.671" v="246" actId="2711"/>
          <ac:spMkLst>
            <pc:docMk/>
            <pc:sldMk cId="0" sldId="266"/>
            <ac:spMk id="23" creationId="{00000000-0000-0000-0000-000000000000}"/>
          </ac:spMkLst>
        </pc:spChg>
        <pc:spChg chg="mod">
          <ac:chgData name="SID PATNAIK" userId="fc4753770f211a32" providerId="LiveId" clId="{2D9EBA9E-E9ED-514A-A490-EB65D9230DB8}" dt="2026-02-07T04:05:05.141" v="247" actId="2711"/>
          <ac:spMkLst>
            <pc:docMk/>
            <pc:sldMk cId="0" sldId="266"/>
            <ac:spMk id="24" creationId="{00000000-0000-0000-0000-000000000000}"/>
          </ac:spMkLst>
        </pc:spChg>
        <pc:spChg chg="mod">
          <ac:chgData name="SID PATNAIK" userId="fc4753770f211a32" providerId="LiveId" clId="{2D9EBA9E-E9ED-514A-A490-EB65D9230DB8}" dt="2026-02-07T04:05:05.141" v="247" actId="2711"/>
          <ac:spMkLst>
            <pc:docMk/>
            <pc:sldMk cId="0" sldId="266"/>
            <ac:spMk id="26" creationId="{00000000-0000-0000-0000-000000000000}"/>
          </ac:spMkLst>
        </pc:spChg>
        <pc:graphicFrameChg chg="modGraphic">
          <ac:chgData name="SID PATNAIK" userId="fc4753770f211a32" providerId="LiveId" clId="{2D9EBA9E-E9ED-514A-A490-EB65D9230DB8}" dt="2026-02-07T04:05:12.966" v="248" actId="2711"/>
          <ac:graphicFrameMkLst>
            <pc:docMk/>
            <pc:sldMk cId="0" sldId="266"/>
            <ac:graphicFrameMk id="25" creationId="{00000000-0000-0000-0000-000000000000}"/>
          </ac:graphicFrameMkLst>
        </pc:graphicFrameChg>
        <pc:graphicFrameChg chg="mod">
          <ac:chgData name="SID PATNAIK" userId="fc4753770f211a32" providerId="LiveId" clId="{2D9EBA9E-E9ED-514A-A490-EB65D9230DB8}" dt="2026-02-07T04:05:21.061" v="249" actId="2711"/>
          <ac:graphicFrameMkLst>
            <pc:docMk/>
            <pc:sldMk cId="0" sldId="266"/>
            <ac:graphicFrameMk id="27" creationId="{00000000-0000-0000-0000-000000000000}"/>
          </ac:graphicFrameMkLst>
        </pc:graphicFrameChg>
      </pc:sldChg>
      <pc:sldChg chg="modSp mod">
        <pc:chgData name="SID PATNAIK" userId="fc4753770f211a32" providerId="LiveId" clId="{2D9EBA9E-E9ED-514A-A490-EB65D9230DB8}" dt="2026-02-07T04:05:54.161" v="252" actId="2711"/>
        <pc:sldMkLst>
          <pc:docMk/>
          <pc:sldMk cId="0" sldId="267"/>
        </pc:sldMkLst>
        <pc:spChg chg="mod">
          <ac:chgData name="SID PATNAIK" userId="fc4753770f211a32" providerId="LiveId" clId="{2D9EBA9E-E9ED-514A-A490-EB65D9230DB8}" dt="2026-02-07T03:40:03.441" v="123" actId="2711"/>
          <ac:spMkLst>
            <pc:docMk/>
            <pc:sldMk cId="0" sldId="267"/>
            <ac:spMk id="5" creationId="{00000000-0000-0000-0000-000000000000}"/>
          </ac:spMkLst>
        </pc:spChg>
        <pc:spChg chg="mod">
          <ac:chgData name="SID PATNAIK" userId="fc4753770f211a32" providerId="LiveId" clId="{2D9EBA9E-E9ED-514A-A490-EB65D9230DB8}" dt="2026-02-07T04:05:37.077" v="250" actId="2711"/>
          <ac:spMkLst>
            <pc:docMk/>
            <pc:sldMk cId="0" sldId="267"/>
            <ac:spMk id="11" creationId="{00000000-0000-0000-0000-000000000000}"/>
          </ac:spMkLst>
        </pc:spChg>
        <pc:spChg chg="mod">
          <ac:chgData name="SID PATNAIK" userId="fc4753770f211a32" providerId="LiveId" clId="{2D9EBA9E-E9ED-514A-A490-EB65D9230DB8}" dt="2026-02-07T04:05:45.492" v="251" actId="2711"/>
          <ac:spMkLst>
            <pc:docMk/>
            <pc:sldMk cId="0" sldId="267"/>
            <ac:spMk id="12" creationId="{00000000-0000-0000-0000-000000000000}"/>
          </ac:spMkLst>
        </pc:spChg>
        <pc:spChg chg="mod">
          <ac:chgData name="SID PATNAIK" userId="fc4753770f211a32" providerId="LiveId" clId="{2D9EBA9E-E9ED-514A-A490-EB65D9230DB8}" dt="2026-02-07T04:05:54.161" v="252" actId="2711"/>
          <ac:spMkLst>
            <pc:docMk/>
            <pc:sldMk cId="0" sldId="267"/>
            <ac:spMk id="13" creationId="{00000000-0000-0000-0000-000000000000}"/>
          </ac:spMkLst>
        </pc:spChg>
        <pc:spChg chg="mod">
          <ac:chgData name="SID PATNAIK" userId="fc4753770f211a32" providerId="LiveId" clId="{2D9EBA9E-E9ED-514A-A490-EB65D9230DB8}" dt="2026-02-07T04:05:37.077" v="250" actId="2711"/>
          <ac:spMkLst>
            <pc:docMk/>
            <pc:sldMk cId="0" sldId="267"/>
            <ac:spMk id="17" creationId="{00000000-0000-0000-0000-000000000000}"/>
          </ac:spMkLst>
        </pc:spChg>
        <pc:spChg chg="mod">
          <ac:chgData name="SID PATNAIK" userId="fc4753770f211a32" providerId="LiveId" clId="{2D9EBA9E-E9ED-514A-A490-EB65D9230DB8}" dt="2026-02-07T04:05:45.492" v="251" actId="2711"/>
          <ac:spMkLst>
            <pc:docMk/>
            <pc:sldMk cId="0" sldId="267"/>
            <ac:spMk id="18" creationId="{00000000-0000-0000-0000-000000000000}"/>
          </ac:spMkLst>
        </pc:spChg>
        <pc:spChg chg="mod">
          <ac:chgData name="SID PATNAIK" userId="fc4753770f211a32" providerId="LiveId" clId="{2D9EBA9E-E9ED-514A-A490-EB65D9230DB8}" dt="2026-02-07T04:05:54.161" v="252" actId="2711"/>
          <ac:spMkLst>
            <pc:docMk/>
            <pc:sldMk cId="0" sldId="267"/>
            <ac:spMk id="19" creationId="{00000000-0000-0000-0000-000000000000}"/>
          </ac:spMkLst>
        </pc:spChg>
      </pc:sldChg>
      <pc:sldChg chg="modSp mod">
        <pc:chgData name="SID PATNAIK" userId="fc4753770f211a32" providerId="LiveId" clId="{2D9EBA9E-E9ED-514A-A490-EB65D9230DB8}" dt="2026-02-07T04:09:01.827" v="270" actId="255"/>
        <pc:sldMkLst>
          <pc:docMk/>
          <pc:sldMk cId="0" sldId="268"/>
        </pc:sldMkLst>
        <pc:spChg chg="mod">
          <ac:chgData name="SID PATNAIK" userId="fc4753770f211a32" providerId="LiveId" clId="{2D9EBA9E-E9ED-514A-A490-EB65D9230DB8}" dt="2026-02-07T03:32:56.197" v="88" actId="2711"/>
          <ac:spMkLst>
            <pc:docMk/>
            <pc:sldMk cId="0" sldId="268"/>
            <ac:spMk id="5" creationId="{00000000-0000-0000-0000-000000000000}"/>
          </ac:spMkLst>
        </pc:spChg>
        <pc:spChg chg="mod">
          <ac:chgData name="SID PATNAIK" userId="fc4753770f211a32" providerId="LiveId" clId="{2D9EBA9E-E9ED-514A-A490-EB65D9230DB8}" dt="2026-02-07T04:08:43.898" v="268" actId="1076"/>
          <ac:spMkLst>
            <pc:docMk/>
            <pc:sldMk cId="0" sldId="268"/>
            <ac:spMk id="8" creationId="{00000000-0000-0000-0000-000000000000}"/>
          </ac:spMkLst>
        </pc:spChg>
        <pc:spChg chg="mod">
          <ac:chgData name="SID PATNAIK" userId="fc4753770f211a32" providerId="LiveId" clId="{2D9EBA9E-E9ED-514A-A490-EB65D9230DB8}" dt="2026-02-07T04:06:18.409" v="253" actId="2711"/>
          <ac:spMkLst>
            <pc:docMk/>
            <pc:sldMk cId="0" sldId="268"/>
            <ac:spMk id="10" creationId="{00000000-0000-0000-0000-000000000000}"/>
          </ac:spMkLst>
        </pc:spChg>
        <pc:spChg chg="mod">
          <ac:chgData name="SID PATNAIK" userId="fc4753770f211a32" providerId="LiveId" clId="{2D9EBA9E-E9ED-514A-A490-EB65D9230DB8}" dt="2026-02-07T04:06:24.769" v="254" actId="2711"/>
          <ac:spMkLst>
            <pc:docMk/>
            <pc:sldMk cId="0" sldId="268"/>
            <ac:spMk id="11" creationId="{00000000-0000-0000-0000-000000000000}"/>
          </ac:spMkLst>
        </pc:spChg>
        <pc:spChg chg="mod">
          <ac:chgData name="SID PATNAIK" userId="fc4753770f211a32" providerId="LiveId" clId="{2D9EBA9E-E9ED-514A-A490-EB65D9230DB8}" dt="2026-02-07T04:08:43.898" v="268" actId="1076"/>
          <ac:spMkLst>
            <pc:docMk/>
            <pc:sldMk cId="0" sldId="268"/>
            <ac:spMk id="12" creationId="{00000000-0000-0000-0000-000000000000}"/>
          </ac:spMkLst>
        </pc:spChg>
        <pc:spChg chg="mod">
          <ac:chgData name="SID PATNAIK" userId="fc4753770f211a32" providerId="LiveId" clId="{2D9EBA9E-E9ED-514A-A490-EB65D9230DB8}" dt="2026-02-07T04:06:18.409" v="253" actId="2711"/>
          <ac:spMkLst>
            <pc:docMk/>
            <pc:sldMk cId="0" sldId="268"/>
            <ac:spMk id="14" creationId="{00000000-0000-0000-0000-000000000000}"/>
          </ac:spMkLst>
        </pc:spChg>
        <pc:spChg chg="mod">
          <ac:chgData name="SID PATNAIK" userId="fc4753770f211a32" providerId="LiveId" clId="{2D9EBA9E-E9ED-514A-A490-EB65D9230DB8}" dt="2026-02-07T04:06:24.769" v="254" actId="2711"/>
          <ac:spMkLst>
            <pc:docMk/>
            <pc:sldMk cId="0" sldId="268"/>
            <ac:spMk id="15" creationId="{00000000-0000-0000-0000-000000000000}"/>
          </ac:spMkLst>
        </pc:spChg>
        <pc:spChg chg="mod">
          <ac:chgData name="SID PATNAIK" userId="fc4753770f211a32" providerId="LiveId" clId="{2D9EBA9E-E9ED-514A-A490-EB65D9230DB8}" dt="2026-02-07T04:08:43.898" v="268" actId="1076"/>
          <ac:spMkLst>
            <pc:docMk/>
            <pc:sldMk cId="0" sldId="268"/>
            <ac:spMk id="16" creationId="{00000000-0000-0000-0000-000000000000}"/>
          </ac:spMkLst>
        </pc:spChg>
        <pc:spChg chg="mod">
          <ac:chgData name="SID PATNAIK" userId="fc4753770f211a32" providerId="LiveId" clId="{2D9EBA9E-E9ED-514A-A490-EB65D9230DB8}" dt="2026-02-07T04:06:18.409" v="253" actId="2711"/>
          <ac:spMkLst>
            <pc:docMk/>
            <pc:sldMk cId="0" sldId="268"/>
            <ac:spMk id="18" creationId="{00000000-0000-0000-0000-000000000000}"/>
          </ac:spMkLst>
        </pc:spChg>
        <pc:spChg chg="mod">
          <ac:chgData name="SID PATNAIK" userId="fc4753770f211a32" providerId="LiveId" clId="{2D9EBA9E-E9ED-514A-A490-EB65D9230DB8}" dt="2026-02-07T04:06:24.769" v="254" actId="2711"/>
          <ac:spMkLst>
            <pc:docMk/>
            <pc:sldMk cId="0" sldId="268"/>
            <ac:spMk id="19" creationId="{00000000-0000-0000-0000-000000000000}"/>
          </ac:spMkLst>
        </pc:spChg>
        <pc:spChg chg="mod">
          <ac:chgData name="SID PATNAIK" userId="fc4753770f211a32" providerId="LiveId" clId="{2D9EBA9E-E9ED-514A-A490-EB65D9230DB8}" dt="2026-02-07T04:08:53.469" v="269" actId="14100"/>
          <ac:spMkLst>
            <pc:docMk/>
            <pc:sldMk cId="0" sldId="268"/>
            <ac:spMk id="20" creationId="{00000000-0000-0000-0000-000000000000}"/>
          </ac:spMkLst>
        </pc:spChg>
        <pc:spChg chg="mod">
          <ac:chgData name="SID PATNAIK" userId="fc4753770f211a32" providerId="LiveId" clId="{2D9EBA9E-E9ED-514A-A490-EB65D9230DB8}" dt="2026-02-07T04:09:01.827" v="270" actId="255"/>
          <ac:spMkLst>
            <pc:docMk/>
            <pc:sldMk cId="0" sldId="268"/>
            <ac:spMk id="22" creationId="{00000000-0000-0000-0000-000000000000}"/>
          </ac:spMkLst>
        </pc:spChg>
        <pc:spChg chg="mod">
          <ac:chgData name="SID PATNAIK" userId="fc4753770f211a32" providerId="LiveId" clId="{2D9EBA9E-E9ED-514A-A490-EB65D9230DB8}" dt="2026-02-07T04:07:59.613" v="265" actId="1076"/>
          <ac:spMkLst>
            <pc:docMk/>
            <pc:sldMk cId="0" sldId="268"/>
            <ac:spMk id="23" creationId="{00000000-0000-0000-0000-000000000000}"/>
          </ac:spMkLst>
        </pc:spChg>
        <pc:picChg chg="mod">
          <ac:chgData name="SID PATNAIK" userId="fc4753770f211a32" providerId="LiveId" clId="{2D9EBA9E-E9ED-514A-A490-EB65D9230DB8}" dt="2026-02-07T04:06:43.126" v="257" actId="1076"/>
          <ac:picMkLst>
            <pc:docMk/>
            <pc:sldMk cId="0" sldId="268"/>
            <ac:picMk id="21" creationId="{00000000-0000-0000-0000-000000000000}"/>
          </ac:picMkLst>
        </pc:picChg>
      </pc:sldChg>
      <pc:sldChg chg="addSp delSp modSp mod">
        <pc:chgData name="SID PATNAIK" userId="fc4753770f211a32" providerId="LiveId" clId="{2D9EBA9E-E9ED-514A-A490-EB65D9230DB8}" dt="2026-02-07T04:11:17.981" v="282" actId="2711"/>
        <pc:sldMkLst>
          <pc:docMk/>
          <pc:sldMk cId="0" sldId="269"/>
        </pc:sldMkLst>
        <pc:spChg chg="mod">
          <ac:chgData name="SID PATNAIK" userId="fc4753770f211a32" providerId="LiveId" clId="{2D9EBA9E-E9ED-514A-A490-EB65D9230DB8}" dt="2026-02-07T03:32:32.946" v="87" actId="2711"/>
          <ac:spMkLst>
            <pc:docMk/>
            <pc:sldMk cId="0" sldId="269"/>
            <ac:spMk id="5" creationId="{00000000-0000-0000-0000-000000000000}"/>
          </ac:spMkLst>
        </pc:spChg>
        <pc:spChg chg="mod">
          <ac:chgData name="SID PATNAIK" userId="fc4753770f211a32" providerId="LiveId" clId="{2D9EBA9E-E9ED-514A-A490-EB65D9230DB8}" dt="2026-02-07T04:11:17.981" v="282" actId="2711"/>
          <ac:spMkLst>
            <pc:docMk/>
            <pc:sldMk cId="0" sldId="269"/>
            <ac:spMk id="7" creationId="{00000000-0000-0000-0000-000000000000}"/>
          </ac:spMkLst>
        </pc:spChg>
        <pc:spChg chg="mod">
          <ac:chgData name="SID PATNAIK" userId="fc4753770f211a32" providerId="LiveId" clId="{2D9EBA9E-E9ED-514A-A490-EB65D9230DB8}" dt="2026-02-07T04:09:41.289" v="271" actId="2711"/>
          <ac:spMkLst>
            <pc:docMk/>
            <pc:sldMk cId="0" sldId="269"/>
            <ac:spMk id="10" creationId="{00000000-0000-0000-0000-000000000000}"/>
          </ac:spMkLst>
        </pc:spChg>
        <pc:spChg chg="mod">
          <ac:chgData name="SID PATNAIK" userId="fc4753770f211a32" providerId="LiveId" clId="{2D9EBA9E-E9ED-514A-A490-EB65D9230DB8}" dt="2026-02-07T04:09:48.201" v="272" actId="2711"/>
          <ac:spMkLst>
            <pc:docMk/>
            <pc:sldMk cId="0" sldId="269"/>
            <ac:spMk id="11" creationId="{00000000-0000-0000-0000-000000000000}"/>
          </ac:spMkLst>
        </pc:spChg>
        <pc:spChg chg="mod">
          <ac:chgData name="SID PATNAIK" userId="fc4753770f211a32" providerId="LiveId" clId="{2D9EBA9E-E9ED-514A-A490-EB65D9230DB8}" dt="2026-02-07T04:09:41.289" v="271" actId="2711"/>
          <ac:spMkLst>
            <pc:docMk/>
            <pc:sldMk cId="0" sldId="269"/>
            <ac:spMk id="14" creationId="{00000000-0000-0000-0000-000000000000}"/>
          </ac:spMkLst>
        </pc:spChg>
        <pc:spChg chg="mod">
          <ac:chgData name="SID PATNAIK" userId="fc4753770f211a32" providerId="LiveId" clId="{2D9EBA9E-E9ED-514A-A490-EB65D9230DB8}" dt="2026-02-07T04:09:48.201" v="272" actId="2711"/>
          <ac:spMkLst>
            <pc:docMk/>
            <pc:sldMk cId="0" sldId="269"/>
            <ac:spMk id="15" creationId="{00000000-0000-0000-0000-000000000000}"/>
          </ac:spMkLst>
        </pc:spChg>
        <pc:spChg chg="mod">
          <ac:chgData name="SID PATNAIK" userId="fc4753770f211a32" providerId="LiveId" clId="{2D9EBA9E-E9ED-514A-A490-EB65D9230DB8}" dt="2026-02-07T04:09:41.289" v="271" actId="2711"/>
          <ac:spMkLst>
            <pc:docMk/>
            <pc:sldMk cId="0" sldId="269"/>
            <ac:spMk id="18" creationId="{00000000-0000-0000-0000-000000000000}"/>
          </ac:spMkLst>
        </pc:spChg>
        <pc:spChg chg="mod">
          <ac:chgData name="SID PATNAIK" userId="fc4753770f211a32" providerId="LiveId" clId="{2D9EBA9E-E9ED-514A-A490-EB65D9230DB8}" dt="2026-02-07T04:09:48.201" v="272" actId="2711"/>
          <ac:spMkLst>
            <pc:docMk/>
            <pc:sldMk cId="0" sldId="269"/>
            <ac:spMk id="19" creationId="{00000000-0000-0000-0000-000000000000}"/>
          </ac:spMkLst>
        </pc:spChg>
        <pc:spChg chg="mod">
          <ac:chgData name="SID PATNAIK" userId="fc4753770f211a32" providerId="LiveId" clId="{2D9EBA9E-E9ED-514A-A490-EB65D9230DB8}" dt="2026-02-07T04:10:41.875" v="279" actId="1076"/>
          <ac:spMkLst>
            <pc:docMk/>
            <pc:sldMk cId="0" sldId="269"/>
            <ac:spMk id="21" creationId="{00000000-0000-0000-0000-000000000000}"/>
          </ac:spMkLst>
        </pc:spChg>
        <pc:spChg chg="mod">
          <ac:chgData name="SID PATNAIK" userId="fc4753770f211a32" providerId="LiveId" clId="{2D9EBA9E-E9ED-514A-A490-EB65D9230DB8}" dt="2026-02-07T04:10:49.140" v="280" actId="1076"/>
          <ac:spMkLst>
            <pc:docMk/>
            <pc:sldMk cId="0" sldId="269"/>
            <ac:spMk id="23" creationId="{00000000-0000-0000-0000-000000000000}"/>
          </ac:spMkLst>
        </pc:spChg>
        <pc:spChg chg="mod">
          <ac:chgData name="SID PATNAIK" userId="fc4753770f211a32" providerId="LiveId" clId="{2D9EBA9E-E9ED-514A-A490-EB65D9230DB8}" dt="2026-02-07T04:10:16.522" v="274" actId="2711"/>
          <ac:spMkLst>
            <pc:docMk/>
            <pc:sldMk cId="0" sldId="269"/>
            <ac:spMk id="24" creationId="{00000000-0000-0000-0000-000000000000}"/>
          </ac:spMkLst>
        </pc:spChg>
        <pc:spChg chg="add del mod">
          <ac:chgData name="SID PATNAIK" userId="fc4753770f211a32" providerId="LiveId" clId="{2D9EBA9E-E9ED-514A-A490-EB65D9230DB8}" dt="2026-02-07T03:13:29.794" v="11" actId="478"/>
          <ac:spMkLst>
            <pc:docMk/>
            <pc:sldMk cId="0" sldId="269"/>
            <ac:spMk id="25" creationId="{C4B895E5-46E8-6EE3-EBAC-2362B96E5CFC}"/>
          </ac:spMkLst>
        </pc:spChg>
        <pc:graphicFrameChg chg="mod">
          <ac:chgData name="SID PATNAIK" userId="fc4753770f211a32" providerId="LiveId" clId="{2D9EBA9E-E9ED-514A-A490-EB65D9230DB8}" dt="2026-02-07T04:10:06.139" v="273" actId="2711"/>
          <ac:graphicFrameMkLst>
            <pc:docMk/>
            <pc:sldMk cId="0" sldId="269"/>
            <ac:graphicFrameMk id="20" creationId="{00000000-0000-0000-0000-000000000000}"/>
          </ac:graphicFrameMkLst>
        </pc:graphicFrameChg>
        <pc:picChg chg="mod">
          <ac:chgData name="SID PATNAIK" userId="fc4753770f211a32" providerId="LiveId" clId="{2D9EBA9E-E9ED-514A-A490-EB65D9230DB8}" dt="2026-02-07T04:10:57.415" v="281" actId="1076"/>
          <ac:picMkLst>
            <pc:docMk/>
            <pc:sldMk cId="0" sldId="269"/>
            <ac:picMk id="22" creationId="{00000000-0000-0000-0000-000000000000}"/>
          </ac:picMkLst>
        </pc:picChg>
      </pc:sldChg>
      <pc:sldChg chg="modSp mod">
        <pc:chgData name="SID PATNAIK" userId="fc4753770f211a32" providerId="LiveId" clId="{2D9EBA9E-E9ED-514A-A490-EB65D9230DB8}" dt="2026-02-07T04:11:54.561" v="283" actId="2711"/>
        <pc:sldMkLst>
          <pc:docMk/>
          <pc:sldMk cId="0" sldId="270"/>
        </pc:sldMkLst>
        <pc:spChg chg="mod">
          <ac:chgData name="SID PATNAIK" userId="fc4753770f211a32" providerId="LiveId" clId="{2D9EBA9E-E9ED-514A-A490-EB65D9230DB8}" dt="2026-02-07T03:32:21.445" v="86" actId="2711"/>
          <ac:spMkLst>
            <pc:docMk/>
            <pc:sldMk cId="0" sldId="270"/>
            <ac:spMk id="5" creationId="{00000000-0000-0000-0000-000000000000}"/>
          </ac:spMkLst>
        </pc:spChg>
        <pc:spChg chg="mod">
          <ac:chgData name="SID PATNAIK" userId="fc4753770f211a32" providerId="LiveId" clId="{2D9EBA9E-E9ED-514A-A490-EB65D9230DB8}" dt="2026-02-07T04:11:54.561" v="283" actId="2711"/>
          <ac:spMkLst>
            <pc:docMk/>
            <pc:sldMk cId="0" sldId="270"/>
            <ac:spMk id="7" creationId="{00000000-0000-0000-0000-000000000000}"/>
          </ac:spMkLst>
        </pc:spChg>
        <pc:spChg chg="mod">
          <ac:chgData name="SID PATNAIK" userId="fc4753770f211a32" providerId="LiveId" clId="{2D9EBA9E-E9ED-514A-A490-EB65D9230DB8}" dt="2026-02-07T04:11:54.561" v="283" actId="2711"/>
          <ac:spMkLst>
            <pc:docMk/>
            <pc:sldMk cId="0" sldId="270"/>
            <ac:spMk id="11" creationId="{00000000-0000-0000-0000-000000000000}"/>
          </ac:spMkLst>
        </pc:spChg>
        <pc:spChg chg="mod">
          <ac:chgData name="SID PATNAIK" userId="fc4753770f211a32" providerId="LiveId" clId="{2D9EBA9E-E9ED-514A-A490-EB65D9230DB8}" dt="2026-02-07T04:11:54.561" v="283" actId="2711"/>
          <ac:spMkLst>
            <pc:docMk/>
            <pc:sldMk cId="0" sldId="270"/>
            <ac:spMk id="14" creationId="{00000000-0000-0000-0000-000000000000}"/>
          </ac:spMkLst>
        </pc:spChg>
        <pc:spChg chg="mod">
          <ac:chgData name="SID PATNAIK" userId="fc4753770f211a32" providerId="LiveId" clId="{2D9EBA9E-E9ED-514A-A490-EB65D9230DB8}" dt="2026-02-07T04:11:54.561" v="283" actId="2711"/>
          <ac:spMkLst>
            <pc:docMk/>
            <pc:sldMk cId="0" sldId="270"/>
            <ac:spMk id="15" creationId="{00000000-0000-0000-0000-000000000000}"/>
          </ac:spMkLst>
        </pc:spChg>
        <pc:spChg chg="mod">
          <ac:chgData name="SID PATNAIK" userId="fc4753770f211a32" providerId="LiveId" clId="{2D9EBA9E-E9ED-514A-A490-EB65D9230DB8}" dt="2026-02-07T04:11:54.561" v="283" actId="2711"/>
          <ac:spMkLst>
            <pc:docMk/>
            <pc:sldMk cId="0" sldId="270"/>
            <ac:spMk id="18" creationId="{00000000-0000-0000-0000-000000000000}"/>
          </ac:spMkLst>
        </pc:spChg>
        <pc:spChg chg="mod">
          <ac:chgData name="SID PATNAIK" userId="fc4753770f211a32" providerId="LiveId" clId="{2D9EBA9E-E9ED-514A-A490-EB65D9230DB8}" dt="2026-02-07T04:11:54.561" v="283" actId="2711"/>
          <ac:spMkLst>
            <pc:docMk/>
            <pc:sldMk cId="0" sldId="270"/>
            <ac:spMk id="19" creationId="{00000000-0000-0000-0000-000000000000}"/>
          </ac:spMkLst>
        </pc:spChg>
        <pc:spChg chg="mod">
          <ac:chgData name="SID PATNAIK" userId="fc4753770f211a32" providerId="LiveId" clId="{2D9EBA9E-E9ED-514A-A490-EB65D9230DB8}" dt="2026-02-07T04:11:54.561" v="283" actId="2711"/>
          <ac:spMkLst>
            <pc:docMk/>
            <pc:sldMk cId="0" sldId="270"/>
            <ac:spMk id="22" creationId="{00000000-0000-0000-0000-000000000000}"/>
          </ac:spMkLst>
        </pc:spChg>
        <pc:spChg chg="mod">
          <ac:chgData name="SID PATNAIK" userId="fc4753770f211a32" providerId="LiveId" clId="{2D9EBA9E-E9ED-514A-A490-EB65D9230DB8}" dt="2026-02-07T04:11:54.561" v="283" actId="2711"/>
          <ac:spMkLst>
            <pc:docMk/>
            <pc:sldMk cId="0" sldId="270"/>
            <ac:spMk id="23" creationId="{00000000-0000-0000-0000-000000000000}"/>
          </ac:spMkLst>
        </pc:spChg>
        <pc:spChg chg="mod">
          <ac:chgData name="SID PATNAIK" userId="fc4753770f211a32" providerId="LiveId" clId="{2D9EBA9E-E9ED-514A-A490-EB65D9230DB8}" dt="2026-02-07T04:11:54.561" v="283" actId="2711"/>
          <ac:spMkLst>
            <pc:docMk/>
            <pc:sldMk cId="0" sldId="270"/>
            <ac:spMk id="27" creationId="{00000000-0000-0000-0000-000000000000}"/>
          </ac:spMkLst>
        </pc:spChg>
        <pc:spChg chg="mod">
          <ac:chgData name="SID PATNAIK" userId="fc4753770f211a32" providerId="LiveId" clId="{2D9EBA9E-E9ED-514A-A490-EB65D9230DB8}" dt="2026-02-07T04:11:54.561" v="283" actId="2711"/>
          <ac:spMkLst>
            <pc:docMk/>
            <pc:sldMk cId="0" sldId="270"/>
            <ac:spMk id="31" creationId="{00000000-0000-0000-0000-000000000000}"/>
          </ac:spMkLst>
        </pc:spChg>
      </pc:sldChg>
      <pc:sldChg chg="modSp mod">
        <pc:chgData name="SID PATNAIK" userId="fc4753770f211a32" providerId="LiveId" clId="{2D9EBA9E-E9ED-514A-A490-EB65D9230DB8}" dt="2026-02-07T04:12:29.319" v="285" actId="2711"/>
        <pc:sldMkLst>
          <pc:docMk/>
          <pc:sldMk cId="0" sldId="271"/>
        </pc:sldMkLst>
        <pc:spChg chg="mod">
          <ac:chgData name="SID PATNAIK" userId="fc4753770f211a32" providerId="LiveId" clId="{2D9EBA9E-E9ED-514A-A490-EB65D9230DB8}" dt="2026-02-07T03:32:09.988" v="85" actId="2711"/>
          <ac:spMkLst>
            <pc:docMk/>
            <pc:sldMk cId="0" sldId="271"/>
            <ac:spMk id="5" creationId="{00000000-0000-0000-0000-000000000000}"/>
          </ac:spMkLst>
        </pc:spChg>
        <pc:spChg chg="mod">
          <ac:chgData name="SID PATNAIK" userId="fc4753770f211a32" providerId="LiveId" clId="{2D9EBA9E-E9ED-514A-A490-EB65D9230DB8}" dt="2026-02-07T04:12:13.926" v="284" actId="2711"/>
          <ac:spMkLst>
            <pc:docMk/>
            <pc:sldMk cId="0" sldId="271"/>
            <ac:spMk id="8" creationId="{00000000-0000-0000-0000-000000000000}"/>
          </ac:spMkLst>
        </pc:spChg>
        <pc:spChg chg="mod">
          <ac:chgData name="SID PATNAIK" userId="fc4753770f211a32" providerId="LiveId" clId="{2D9EBA9E-E9ED-514A-A490-EB65D9230DB8}" dt="2026-02-07T04:12:29.319" v="285" actId="2711"/>
          <ac:spMkLst>
            <pc:docMk/>
            <pc:sldMk cId="0" sldId="271"/>
            <ac:spMk id="11" creationId="{00000000-0000-0000-0000-000000000000}"/>
          </ac:spMkLst>
        </pc:spChg>
        <pc:spChg chg="mod">
          <ac:chgData name="SID PATNAIK" userId="fc4753770f211a32" providerId="LiveId" clId="{2D9EBA9E-E9ED-514A-A490-EB65D9230DB8}" dt="2026-02-07T04:12:29.319" v="285" actId="2711"/>
          <ac:spMkLst>
            <pc:docMk/>
            <pc:sldMk cId="0" sldId="271"/>
            <ac:spMk id="12" creationId="{00000000-0000-0000-0000-000000000000}"/>
          </ac:spMkLst>
        </pc:spChg>
        <pc:spChg chg="mod">
          <ac:chgData name="SID PATNAIK" userId="fc4753770f211a32" providerId="LiveId" clId="{2D9EBA9E-E9ED-514A-A490-EB65D9230DB8}" dt="2026-02-07T04:12:29.319" v="285" actId="2711"/>
          <ac:spMkLst>
            <pc:docMk/>
            <pc:sldMk cId="0" sldId="271"/>
            <ac:spMk id="15" creationId="{00000000-0000-0000-0000-000000000000}"/>
          </ac:spMkLst>
        </pc:spChg>
        <pc:spChg chg="mod">
          <ac:chgData name="SID PATNAIK" userId="fc4753770f211a32" providerId="LiveId" clId="{2D9EBA9E-E9ED-514A-A490-EB65D9230DB8}" dt="2026-02-07T04:12:29.319" v="285" actId="2711"/>
          <ac:spMkLst>
            <pc:docMk/>
            <pc:sldMk cId="0" sldId="271"/>
            <ac:spMk id="16" creationId="{00000000-0000-0000-0000-000000000000}"/>
          </ac:spMkLst>
        </pc:spChg>
        <pc:spChg chg="mod">
          <ac:chgData name="SID PATNAIK" userId="fc4753770f211a32" providerId="LiveId" clId="{2D9EBA9E-E9ED-514A-A490-EB65D9230DB8}" dt="2026-02-07T04:12:29.319" v="285" actId="2711"/>
          <ac:spMkLst>
            <pc:docMk/>
            <pc:sldMk cId="0" sldId="271"/>
            <ac:spMk id="19" creationId="{00000000-0000-0000-0000-000000000000}"/>
          </ac:spMkLst>
        </pc:spChg>
        <pc:spChg chg="mod">
          <ac:chgData name="SID PATNAIK" userId="fc4753770f211a32" providerId="LiveId" clId="{2D9EBA9E-E9ED-514A-A490-EB65D9230DB8}" dt="2026-02-07T04:12:29.319" v="285" actId="2711"/>
          <ac:spMkLst>
            <pc:docMk/>
            <pc:sldMk cId="0" sldId="271"/>
            <ac:spMk id="20" creationId="{00000000-0000-0000-0000-000000000000}"/>
          </ac:spMkLst>
        </pc:spChg>
        <pc:spChg chg="mod">
          <ac:chgData name="SID PATNAIK" userId="fc4753770f211a32" providerId="LiveId" clId="{2D9EBA9E-E9ED-514A-A490-EB65D9230DB8}" dt="2026-02-07T04:12:29.319" v="285" actId="2711"/>
          <ac:spMkLst>
            <pc:docMk/>
            <pc:sldMk cId="0" sldId="271"/>
            <ac:spMk id="23" creationId="{00000000-0000-0000-0000-000000000000}"/>
          </ac:spMkLst>
        </pc:spChg>
        <pc:spChg chg="mod">
          <ac:chgData name="SID PATNAIK" userId="fc4753770f211a32" providerId="LiveId" clId="{2D9EBA9E-E9ED-514A-A490-EB65D9230DB8}" dt="2026-02-07T04:12:29.319" v="285" actId="2711"/>
          <ac:spMkLst>
            <pc:docMk/>
            <pc:sldMk cId="0" sldId="271"/>
            <ac:spMk id="24" creationId="{00000000-0000-0000-0000-000000000000}"/>
          </ac:spMkLst>
        </pc:spChg>
        <pc:spChg chg="mod">
          <ac:chgData name="SID PATNAIK" userId="fc4753770f211a32" providerId="LiveId" clId="{2D9EBA9E-E9ED-514A-A490-EB65D9230DB8}" dt="2026-02-07T04:12:29.319" v="285" actId="2711"/>
          <ac:spMkLst>
            <pc:docMk/>
            <pc:sldMk cId="0" sldId="271"/>
            <ac:spMk id="27" creationId="{00000000-0000-0000-0000-000000000000}"/>
          </ac:spMkLst>
        </pc:spChg>
        <pc:spChg chg="mod">
          <ac:chgData name="SID PATNAIK" userId="fc4753770f211a32" providerId="LiveId" clId="{2D9EBA9E-E9ED-514A-A490-EB65D9230DB8}" dt="2026-02-07T04:12:29.319" v="285" actId="2711"/>
          <ac:spMkLst>
            <pc:docMk/>
            <pc:sldMk cId="0" sldId="271"/>
            <ac:spMk id="28" creationId="{00000000-0000-0000-0000-000000000000}"/>
          </ac:spMkLst>
        </pc:spChg>
      </pc:sldChg>
      <pc:sldChg chg="modSp mod">
        <pc:chgData name="SID PATNAIK" userId="fc4753770f211a32" providerId="LiveId" clId="{2D9EBA9E-E9ED-514A-A490-EB65D9230DB8}" dt="2026-02-07T04:12:52.211" v="288" actId="2711"/>
        <pc:sldMkLst>
          <pc:docMk/>
          <pc:sldMk cId="0" sldId="272"/>
        </pc:sldMkLst>
        <pc:spChg chg="mod">
          <ac:chgData name="SID PATNAIK" userId="fc4753770f211a32" providerId="LiveId" clId="{2D9EBA9E-E9ED-514A-A490-EB65D9230DB8}" dt="2026-02-07T03:31:55.877" v="84" actId="2711"/>
          <ac:spMkLst>
            <pc:docMk/>
            <pc:sldMk cId="0" sldId="272"/>
            <ac:spMk id="5" creationId="{00000000-0000-0000-0000-000000000000}"/>
          </ac:spMkLst>
        </pc:spChg>
        <pc:spChg chg="mod">
          <ac:chgData name="SID PATNAIK" userId="fc4753770f211a32" providerId="LiveId" clId="{2D9EBA9E-E9ED-514A-A490-EB65D9230DB8}" dt="2026-02-07T04:12:52.211" v="288" actId="2711"/>
          <ac:spMkLst>
            <pc:docMk/>
            <pc:sldMk cId="0" sldId="272"/>
            <ac:spMk id="7" creationId="{00000000-0000-0000-0000-000000000000}"/>
          </ac:spMkLst>
        </pc:spChg>
        <pc:spChg chg="mod">
          <ac:chgData name="SID PATNAIK" userId="fc4753770f211a32" providerId="LiveId" clId="{2D9EBA9E-E9ED-514A-A490-EB65D9230DB8}" dt="2026-02-07T04:12:46.957" v="287" actId="2711"/>
          <ac:spMkLst>
            <pc:docMk/>
            <pc:sldMk cId="0" sldId="272"/>
            <ac:spMk id="10" creationId="{00000000-0000-0000-0000-000000000000}"/>
          </ac:spMkLst>
        </pc:spChg>
        <pc:graphicFrameChg chg="modGraphic">
          <ac:chgData name="SID PATNAIK" userId="fc4753770f211a32" providerId="LiveId" clId="{2D9EBA9E-E9ED-514A-A490-EB65D9230DB8}" dt="2026-02-07T04:12:41.360" v="286" actId="2711"/>
          <ac:graphicFrameMkLst>
            <pc:docMk/>
            <pc:sldMk cId="0" sldId="272"/>
            <ac:graphicFrameMk id="18" creationId="{00000000-0000-0000-0000-000000000000}"/>
          </ac:graphicFrameMkLst>
        </pc:graphicFrameChg>
      </pc:sldChg>
      <pc:sldChg chg="modSp mod">
        <pc:chgData name="SID PATNAIK" userId="fc4753770f211a32" providerId="LiveId" clId="{2D9EBA9E-E9ED-514A-A490-EB65D9230DB8}" dt="2026-02-07T04:14:13.740" v="294" actId="2711"/>
        <pc:sldMkLst>
          <pc:docMk/>
          <pc:sldMk cId="0" sldId="273"/>
        </pc:sldMkLst>
        <pc:spChg chg="mod">
          <ac:chgData name="SID PATNAIK" userId="fc4753770f211a32" providerId="LiveId" clId="{2D9EBA9E-E9ED-514A-A490-EB65D9230DB8}" dt="2026-02-07T04:13:07.294" v="289" actId="255"/>
          <ac:spMkLst>
            <pc:docMk/>
            <pc:sldMk cId="0" sldId="273"/>
            <ac:spMk id="4" creationId="{00000000-0000-0000-0000-000000000000}"/>
          </ac:spMkLst>
        </pc:spChg>
        <pc:spChg chg="mod">
          <ac:chgData name="SID PATNAIK" userId="fc4753770f211a32" providerId="LiveId" clId="{2D9EBA9E-E9ED-514A-A490-EB65D9230DB8}" dt="2026-02-07T04:13:26.458" v="292" actId="2711"/>
          <ac:spMkLst>
            <pc:docMk/>
            <pc:sldMk cId="0" sldId="273"/>
            <ac:spMk id="6" creationId="{00000000-0000-0000-0000-000000000000}"/>
          </ac:spMkLst>
        </pc:spChg>
        <pc:spChg chg="mod">
          <ac:chgData name="SID PATNAIK" userId="fc4753770f211a32" providerId="LiveId" clId="{2D9EBA9E-E9ED-514A-A490-EB65D9230DB8}" dt="2026-02-07T04:14:13.740" v="294" actId="2711"/>
          <ac:spMkLst>
            <pc:docMk/>
            <pc:sldMk cId="0" sldId="273"/>
            <ac:spMk id="8" creationId="{00000000-0000-0000-0000-000000000000}"/>
          </ac:spMkLst>
        </pc:spChg>
        <pc:picChg chg="mod">
          <ac:chgData name="SID PATNAIK" userId="fc4753770f211a32" providerId="LiveId" clId="{2D9EBA9E-E9ED-514A-A490-EB65D9230DB8}" dt="2026-02-07T04:13:20.238" v="291" actId="1076"/>
          <ac:picMkLst>
            <pc:docMk/>
            <pc:sldMk cId="0" sldId="273"/>
            <ac:picMk id="3" creationId="{00000000-0000-0000-0000-000000000000}"/>
          </ac:picMkLst>
        </pc:picChg>
      </pc:sldChg>
      <pc:sldChg chg="modSp mod">
        <pc:chgData name="SID PATNAIK" userId="fc4753770f211a32" providerId="LiveId" clId="{2D9EBA9E-E9ED-514A-A490-EB65D9230DB8}" dt="2026-02-07T04:34:32.612" v="310" actId="20577"/>
        <pc:sldMkLst>
          <pc:docMk/>
          <pc:sldMk cId="0" sldId="274"/>
        </pc:sldMkLst>
        <pc:spChg chg="mod">
          <ac:chgData name="SID PATNAIK" userId="fc4753770f211a32" providerId="LiveId" clId="{2D9EBA9E-E9ED-514A-A490-EB65D9230DB8}" dt="2026-02-07T03:30:09.526" v="77" actId="2711"/>
          <ac:spMkLst>
            <pc:docMk/>
            <pc:sldMk cId="0" sldId="274"/>
            <ac:spMk id="6" creationId="{00000000-0000-0000-0000-000000000000}"/>
          </ac:spMkLst>
        </pc:spChg>
        <pc:spChg chg="mod">
          <ac:chgData name="SID PATNAIK" userId="fc4753770f211a32" providerId="LiveId" clId="{2D9EBA9E-E9ED-514A-A490-EB65D9230DB8}" dt="2026-02-07T04:34:32.612" v="310" actId="20577"/>
          <ac:spMkLst>
            <pc:docMk/>
            <pc:sldMk cId="0" sldId="274"/>
            <ac:spMk id="7" creationId="{00000000-0000-0000-0000-000000000000}"/>
          </ac:spMkLst>
        </pc:spChg>
        <pc:spChg chg="mod">
          <ac:chgData name="SID PATNAIK" userId="fc4753770f211a32" providerId="LiveId" clId="{2D9EBA9E-E9ED-514A-A490-EB65D9230DB8}" dt="2026-02-07T04:14:24.309" v="295" actId="2711"/>
          <ac:spMkLst>
            <pc:docMk/>
            <pc:sldMk cId="0" sldId="274"/>
            <ac:spMk id="8" creationId="{00000000-0000-0000-0000-000000000000}"/>
          </ac:spMkLst>
        </pc:spChg>
        <pc:spChg chg="mod">
          <ac:chgData name="SID PATNAIK" userId="fc4753770f211a32" providerId="LiveId" clId="{2D9EBA9E-E9ED-514A-A490-EB65D9230DB8}" dt="2026-02-07T04:14:29.951" v="296" actId="2711"/>
          <ac:spMkLst>
            <pc:docMk/>
            <pc:sldMk cId="0" sldId="274"/>
            <ac:spMk id="9" creationId="{00000000-0000-0000-0000-000000000000}"/>
          </ac:spMkLst>
        </pc:spChg>
        <pc:picChg chg="mod">
          <ac:chgData name="SID PATNAIK" userId="fc4753770f211a32" providerId="LiveId" clId="{2D9EBA9E-E9ED-514A-A490-EB65D9230DB8}" dt="2026-02-07T03:30:54.147" v="81" actId="1076"/>
          <ac:picMkLst>
            <pc:docMk/>
            <pc:sldMk cId="0" sldId="274"/>
            <ac:picMk id="5"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2D3748"/>
                </a:solidFill>
                <a:latin typeface="Calibri"/>
              </a:defRPr>
            </a:pPr>
            <a:r>
              <a:rPr lang="en-CA" sz="1000" b="0" i="0" u="none" strike="noStrike" dirty="0">
                <a:solidFill>
                  <a:srgbClr val="2D3748"/>
                </a:solidFill>
                <a:latin typeface="Source Sans Pro" panose="020B0503030403020204" pitchFamily="34" charset="0"/>
                <a:ea typeface="Source Sans Pro" panose="020B0503030403020204" pitchFamily="34" charset="0"/>
              </a:rPr>
              <a:t>Annual Revenue ($)</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0C2A8"/>
            </a:solidFill>
            <a:effectLst/>
          </c:spPr>
          <c:invertIfNegative val="0"/>
          <c:dLbls>
            <c:numFmt formatCode="#,##0" sourceLinked="0"/>
            <c:spPr>
              <a:noFill/>
              <a:ln>
                <a:noFill/>
              </a:ln>
              <a:effectLst/>
            </c:spPr>
            <c:txPr>
              <a:bodyPr/>
              <a:lstStyle/>
              <a:p>
                <a:pPr>
                  <a:defRPr sz="800" b="0" i="0" u="none" strike="noStrike">
                    <a:solidFill>
                      <a:srgbClr val="2D374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Sheet1!$B$2:$B$5</c:f>
              <c:numCache>
                <c:formatCode>General</c:formatCode>
                <c:ptCount val="4"/>
                <c:pt idx="0">
                  <c:v>495270</c:v>
                </c:pt>
                <c:pt idx="1">
                  <c:v>496062</c:v>
                </c:pt>
                <c:pt idx="2">
                  <c:v>533802</c:v>
                </c:pt>
                <c:pt idx="3">
                  <c:v>204535</c:v>
                </c:pt>
              </c:numCache>
            </c:numRef>
          </c:val>
          <c:extLst>
            <c:ext xmlns:c16="http://schemas.microsoft.com/office/drawing/2014/chart" uri="{C3380CC4-5D6E-409C-BE32-E72D297353CC}">
              <c16:uniqueId val="{00000000-2137-CB40-83C5-281ABE7A877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896A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896A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Revenue ($)</c:v>
                </c:pt>
              </c:strCache>
            </c:strRef>
          </c:tx>
          <c:spPr>
            <a:ln w="31750" cap="flat">
              <a:solidFill>
                <a:srgbClr val="00C2A8"/>
              </a:solidFill>
              <a:prstDash val="solid"/>
              <a:round/>
            </a:ln>
            <a:effectLst/>
          </c:spPr>
          <c:marker>
            <c:symbol val="circle"/>
            <c:size val="6"/>
            <c:spPr>
              <a:solidFill>
                <a:srgbClr val="00C2A8"/>
              </a:solidFill>
              <a:ln w="9525" cap="flat">
                <a:solidFill>
                  <a:srgbClr val="00C2A8"/>
                </a:solidFill>
                <a:prstDash val="solid"/>
                <a:round/>
              </a:ln>
              <a:effectLst/>
            </c:spPr>
          </c:marker>
          <c:cat>
            <c:strRef>
              <c:f>Sheet1!$A$2:$A$14</c:f>
              <c:strCache>
                <c:ptCount val="13"/>
                <c:pt idx="0">
                  <c:v>Jan'22</c:v>
                </c:pt>
                <c:pt idx="1">
                  <c:v>Apr'22</c:v>
                </c:pt>
                <c:pt idx="2">
                  <c:v>Jul'22</c:v>
                </c:pt>
                <c:pt idx="3">
                  <c:v>Oct'22</c:v>
                </c:pt>
                <c:pt idx="4">
                  <c:v>Jan'23</c:v>
                </c:pt>
                <c:pt idx="5">
                  <c:v>Apr'23</c:v>
                </c:pt>
                <c:pt idx="6">
                  <c:v>Jul'23</c:v>
                </c:pt>
                <c:pt idx="7">
                  <c:v>Oct'23</c:v>
                </c:pt>
                <c:pt idx="8">
                  <c:v>Jan'24</c:v>
                </c:pt>
                <c:pt idx="9">
                  <c:v>Apr'24</c:v>
                </c:pt>
                <c:pt idx="10">
                  <c:v>Jul'24</c:v>
                </c:pt>
                <c:pt idx="11">
                  <c:v>Oct'24</c:v>
                </c:pt>
                <c:pt idx="12">
                  <c:v>Jan'25</c:v>
                </c:pt>
              </c:strCache>
            </c:strRef>
          </c:cat>
          <c:val>
            <c:numRef>
              <c:f>Sheet1!$B$2:$B$14</c:f>
              <c:numCache>
                <c:formatCode>General</c:formatCode>
                <c:ptCount val="13"/>
                <c:pt idx="0">
                  <c:v>42162</c:v>
                </c:pt>
                <c:pt idx="1">
                  <c:v>40671</c:v>
                </c:pt>
                <c:pt idx="2">
                  <c:v>41803</c:v>
                </c:pt>
                <c:pt idx="3">
                  <c:v>41753</c:v>
                </c:pt>
                <c:pt idx="4">
                  <c:v>41064</c:v>
                </c:pt>
                <c:pt idx="5">
                  <c:v>41143</c:v>
                </c:pt>
                <c:pt idx="6">
                  <c:v>42269</c:v>
                </c:pt>
                <c:pt idx="7">
                  <c:v>41063</c:v>
                </c:pt>
                <c:pt idx="8">
                  <c:v>43580</c:v>
                </c:pt>
                <c:pt idx="9">
                  <c:v>44285</c:v>
                </c:pt>
                <c:pt idx="10">
                  <c:v>46066</c:v>
                </c:pt>
                <c:pt idx="11">
                  <c:v>44809</c:v>
                </c:pt>
                <c:pt idx="12">
                  <c:v>41549</c:v>
                </c:pt>
              </c:numCache>
            </c:numRef>
          </c:val>
          <c:smooth val="1"/>
          <c:extLst>
            <c:ext xmlns:c16="http://schemas.microsoft.com/office/drawing/2014/chart" uri="{C3380CC4-5D6E-409C-BE32-E72D297353CC}">
              <c16:uniqueId val="{00000000-3145-F549-A777-A1F6ACB3170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8896A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896A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Channel</c:v>
                </c:pt>
              </c:strCache>
            </c:strRef>
          </c:tx>
          <c:spPr>
            <a:solidFill>
              <a:schemeClr val="accent1"/>
            </a:solidFill>
            <a:ln w="9525" cap="flat">
              <a:solidFill>
                <a:srgbClr val="F9F9F9"/>
              </a:solidFill>
              <a:prstDash val="solid"/>
              <a:round/>
            </a:ln>
            <a:effectLst/>
          </c:spPr>
          <c:dPt>
            <c:idx val="0"/>
            <c:bubble3D val="0"/>
            <c:spPr>
              <a:solidFill>
                <a:srgbClr val="00C2A8"/>
              </a:solidFill>
              <a:effectLst/>
            </c:spPr>
            <c:extLst>
              <c:ext xmlns:c16="http://schemas.microsoft.com/office/drawing/2014/chart" uri="{C3380CC4-5D6E-409C-BE32-E72D297353CC}">
                <c16:uniqueId val="{00000001-FB9C-494A-86A0-5B066637BF21}"/>
              </c:ext>
            </c:extLst>
          </c:dPt>
          <c:dPt>
            <c:idx val="1"/>
            <c:bubble3D val="0"/>
            <c:spPr>
              <a:solidFill>
                <a:srgbClr val="F4C652"/>
              </a:solidFill>
              <a:effectLst/>
            </c:spPr>
            <c:extLst>
              <c:ext xmlns:c16="http://schemas.microsoft.com/office/drawing/2014/chart" uri="{C3380CC4-5D6E-409C-BE32-E72D297353CC}">
                <c16:uniqueId val="{00000003-FB9C-494A-86A0-5B066637BF21}"/>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B9C-494A-86A0-5B066637BF21}"/>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B9C-494A-86A0-5B066637BF2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Online</c:v>
                </c:pt>
                <c:pt idx="1">
                  <c:v>Store Pickup</c:v>
                </c:pt>
              </c:strCache>
            </c:strRef>
          </c:cat>
          <c:val>
            <c:numRef>
              <c:f>Sheet1!$B$2:$B$3</c:f>
              <c:numCache>
                <c:formatCode>General</c:formatCode>
                <c:ptCount val="2"/>
                <c:pt idx="0">
                  <c:v>43675</c:v>
                </c:pt>
                <c:pt idx="1">
                  <c:v>11905</c:v>
                </c:pt>
              </c:numCache>
            </c:numRef>
          </c:val>
          <c:extLst>
            <c:ext xmlns:c16="http://schemas.microsoft.com/office/drawing/2014/chart" uri="{C3380CC4-5D6E-409C-BE32-E72D297353CC}">
              <c16:uniqueId val="{00000004-FB9C-494A-86A0-5B066637BF21}"/>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2D3748"/>
              </a:solidFill>
              <a:latin typeface="Source Sans Pro" panose="020B0503030403020204" pitchFamily="34" charset="0"/>
              <a:ea typeface="Source Sans Pro" panose="020B0503030403020204" pitchFamily="34" charset="0"/>
            </a:defRPr>
          </a:pPr>
          <a:endParaRPr lang="en-US"/>
        </a:p>
      </c:txPr>
    </c:legend>
    <c:plotVisOnly val="1"/>
    <c:dispBlanksAs val="span"/>
    <c:showDLblsOverMax val="1"/>
  </c:chart>
  <c:spPr>
    <a:solidFill>
      <a:srgbClr val="F0F4F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Orders</c:v>
                </c:pt>
              </c:strCache>
            </c:strRef>
          </c:tx>
          <c:spPr>
            <a:solidFill>
              <a:srgbClr val="00C2A8"/>
            </a:solidFill>
            <a:effectLst/>
          </c:spPr>
          <c:invertIfNegative val="0"/>
          <c:dLbls>
            <c:numFmt formatCode="#,##0" sourceLinked="0"/>
            <c:spPr>
              <a:noFill/>
              <a:ln>
                <a:noFill/>
              </a:ln>
              <a:effectLst/>
            </c:spPr>
            <c:txPr>
              <a:bodyPr/>
              <a:lstStyle/>
              <a:p>
                <a:pPr>
                  <a:defRPr sz="800" b="0" i="0" u="none" strike="noStrike">
                    <a:solidFill>
                      <a:srgbClr val="2D374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Burlington</c:v>
                </c:pt>
                <c:pt idx="1">
                  <c:v>Cambridge</c:v>
                </c:pt>
                <c:pt idx="2">
                  <c:v>Richmond</c:v>
                </c:pt>
                <c:pt idx="3">
                  <c:v>Surrey</c:v>
                </c:pt>
                <c:pt idx="4">
                  <c:v>Spruce Grove</c:v>
                </c:pt>
              </c:strCache>
            </c:strRef>
          </c:cat>
          <c:val>
            <c:numRef>
              <c:f>Sheet1!$B$2:$B$6</c:f>
              <c:numCache>
                <c:formatCode>General</c:formatCode>
                <c:ptCount val="5"/>
                <c:pt idx="0">
                  <c:v>584</c:v>
                </c:pt>
                <c:pt idx="1">
                  <c:v>556</c:v>
                </c:pt>
                <c:pt idx="2">
                  <c:v>547</c:v>
                </c:pt>
                <c:pt idx="3">
                  <c:v>460</c:v>
                </c:pt>
                <c:pt idx="4">
                  <c:v>455</c:v>
                </c:pt>
              </c:numCache>
            </c:numRef>
          </c:val>
          <c:extLst>
            <c:ext xmlns:c16="http://schemas.microsoft.com/office/drawing/2014/chart" uri="{C3380CC4-5D6E-409C-BE32-E72D297353CC}">
              <c16:uniqueId val="{00000000-2E4F-9546-8B0A-82E3C9F2F5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896A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Customers</c:v>
                </c:pt>
              </c:strCache>
            </c:strRef>
          </c:tx>
          <c:spPr>
            <a:solidFill>
              <a:srgbClr val="4299E1"/>
            </a:solidFill>
            <a:effectLst/>
          </c:spPr>
          <c:invertIfNegative val="0"/>
          <c:dLbls>
            <c:numFmt formatCode="#,##0" sourceLinked="0"/>
            <c:spPr>
              <a:noFill/>
              <a:ln>
                <a:noFill/>
              </a:ln>
              <a:effectLst/>
            </c:spPr>
            <c:txPr>
              <a:bodyPr/>
              <a:lstStyle/>
              <a:p>
                <a:pPr>
                  <a:defRPr sz="800" b="0" i="0" u="none" strike="noStrike">
                    <a:solidFill>
                      <a:srgbClr val="2D374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Langley</c:v>
                </c:pt>
                <c:pt idx="1">
                  <c:v>Vaughan</c:v>
                </c:pt>
                <c:pt idx="2">
                  <c:v>Surrey</c:v>
                </c:pt>
                <c:pt idx="3">
                  <c:v>W. Vancouver</c:v>
                </c:pt>
                <c:pt idx="4">
                  <c:v>Nanaimo</c:v>
                </c:pt>
              </c:strCache>
            </c:strRef>
          </c:cat>
          <c:val>
            <c:numRef>
              <c:f>Sheet1!$B$2:$B$6</c:f>
              <c:numCache>
                <c:formatCode>General</c:formatCode>
                <c:ptCount val="5"/>
                <c:pt idx="0">
                  <c:v>216</c:v>
                </c:pt>
                <c:pt idx="1">
                  <c:v>215</c:v>
                </c:pt>
                <c:pt idx="2">
                  <c:v>214</c:v>
                </c:pt>
                <c:pt idx="3">
                  <c:v>212</c:v>
                </c:pt>
                <c:pt idx="4">
                  <c:v>210</c:v>
                </c:pt>
              </c:numCache>
            </c:numRef>
          </c:val>
          <c:extLst>
            <c:ext xmlns:c16="http://schemas.microsoft.com/office/drawing/2014/chart" uri="{C3380CC4-5D6E-409C-BE32-E72D297353CC}">
              <c16:uniqueId val="{00000000-F0AB-F949-9EC9-BC1F747AC67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8896A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Genres</c:v>
                </c:pt>
              </c:strCache>
            </c:strRef>
          </c:tx>
          <c:spPr>
            <a:solidFill>
              <a:schemeClr val="accent1"/>
            </a:solidFill>
            <a:ln w="9525" cap="flat">
              <a:solidFill>
                <a:srgbClr val="F9F9F9"/>
              </a:solidFill>
              <a:prstDash val="solid"/>
              <a:round/>
            </a:ln>
            <a:effectLst/>
          </c:spPr>
          <c:dPt>
            <c:idx val="0"/>
            <c:bubble3D val="0"/>
            <c:spPr>
              <a:solidFill>
                <a:srgbClr val="00C2A8"/>
              </a:solidFill>
              <a:effectLst/>
            </c:spPr>
            <c:extLst>
              <c:ext xmlns:c16="http://schemas.microsoft.com/office/drawing/2014/chart" uri="{C3380CC4-5D6E-409C-BE32-E72D297353CC}">
                <c16:uniqueId val="{00000001-3F2A-D74A-A47F-76D194970511}"/>
              </c:ext>
            </c:extLst>
          </c:dPt>
          <c:dPt>
            <c:idx val="1"/>
            <c:bubble3D val="0"/>
            <c:spPr>
              <a:solidFill>
                <a:srgbClr val="4299E1"/>
              </a:solidFill>
              <a:effectLst/>
            </c:spPr>
            <c:extLst>
              <c:ext xmlns:c16="http://schemas.microsoft.com/office/drawing/2014/chart" uri="{C3380CC4-5D6E-409C-BE32-E72D297353CC}">
                <c16:uniqueId val="{00000003-3F2A-D74A-A47F-76D194970511}"/>
              </c:ext>
            </c:extLst>
          </c:dPt>
          <c:dPt>
            <c:idx val="2"/>
            <c:bubble3D val="0"/>
            <c:spPr>
              <a:solidFill>
                <a:srgbClr val="F4C652"/>
              </a:solidFill>
              <a:effectLst/>
            </c:spPr>
            <c:extLst>
              <c:ext xmlns:c16="http://schemas.microsoft.com/office/drawing/2014/chart" uri="{C3380CC4-5D6E-409C-BE32-E72D297353CC}">
                <c16:uniqueId val="{00000005-3F2A-D74A-A47F-76D194970511}"/>
              </c:ext>
            </c:extLst>
          </c:dPt>
          <c:dPt>
            <c:idx val="3"/>
            <c:bubble3D val="0"/>
            <c:spPr>
              <a:solidFill>
                <a:srgbClr val="9F7AEA"/>
              </a:solidFill>
              <a:effectLst/>
            </c:spPr>
            <c:extLst>
              <c:ext xmlns:c16="http://schemas.microsoft.com/office/drawing/2014/chart" uri="{C3380CC4-5D6E-409C-BE32-E72D297353CC}">
                <c16:uniqueId val="{00000007-3F2A-D74A-A47F-76D194970511}"/>
              </c:ext>
            </c:extLst>
          </c:dPt>
          <c:dPt>
            <c:idx val="4"/>
            <c:bubble3D val="0"/>
            <c:spPr>
              <a:solidFill>
                <a:srgbClr val="FF6B6B"/>
              </a:solidFill>
              <a:effectLst/>
            </c:spPr>
            <c:extLst>
              <c:ext xmlns:c16="http://schemas.microsoft.com/office/drawing/2014/chart" uri="{C3380CC4-5D6E-409C-BE32-E72D297353CC}">
                <c16:uniqueId val="{00000009-3F2A-D74A-A47F-76D194970511}"/>
              </c:ext>
            </c:extLst>
          </c:dPt>
          <c:dPt>
            <c:idx val="5"/>
            <c:bubble3D val="0"/>
            <c:spPr>
              <a:solidFill>
                <a:srgbClr val="48BB78"/>
              </a:solidFill>
              <a:effectLst/>
            </c:spPr>
            <c:extLst>
              <c:ext xmlns:c16="http://schemas.microsoft.com/office/drawing/2014/chart" uri="{C3380CC4-5D6E-409C-BE32-E72D297353CC}">
                <c16:uniqueId val="{0000000B-3F2A-D74A-A47F-76D194970511}"/>
              </c:ext>
            </c:extLst>
          </c:dPt>
          <c:dPt>
            <c:idx val="6"/>
            <c:bubble3D val="0"/>
            <c:spPr>
              <a:solidFill>
                <a:srgbClr val="ED8936"/>
              </a:solidFill>
              <a:effectLst/>
            </c:spPr>
            <c:extLst>
              <c:ext xmlns:c16="http://schemas.microsoft.com/office/drawing/2014/chart" uri="{C3380CC4-5D6E-409C-BE32-E72D297353CC}">
                <c16:uniqueId val="{0000000D-3F2A-D74A-A47F-76D194970511}"/>
              </c:ext>
            </c:extLst>
          </c:dPt>
          <c:dPt>
            <c:idx val="7"/>
            <c:bubble3D val="0"/>
            <c:spPr>
              <a:solidFill>
                <a:srgbClr val="0F1B2D"/>
              </a:solidFill>
              <a:effectLst/>
            </c:spPr>
            <c:extLst>
              <c:ext xmlns:c16="http://schemas.microsoft.com/office/drawing/2014/chart" uri="{C3380CC4-5D6E-409C-BE32-E72D297353CC}">
                <c16:uniqueId val="{0000000F-3F2A-D74A-A47F-76D194970511}"/>
              </c:ext>
            </c:extLst>
          </c:dPt>
          <c:dPt>
            <c:idx val="8"/>
            <c:bubble3D val="0"/>
            <c:spPr>
              <a:solidFill>
                <a:srgbClr val="E91E63"/>
              </a:solidFill>
              <a:effectLst/>
            </c:spPr>
            <c:extLst>
              <c:ext xmlns:c16="http://schemas.microsoft.com/office/drawing/2014/chart" uri="{C3380CC4-5D6E-409C-BE32-E72D297353CC}">
                <c16:uniqueId val="{00000011-3F2A-D74A-A47F-76D194970511}"/>
              </c:ext>
            </c:extLst>
          </c:dPt>
          <c:dPt>
            <c:idx val="9"/>
            <c:bubble3D val="0"/>
            <c:spPr>
              <a:solidFill>
                <a:srgbClr val="8896A8"/>
              </a:solidFill>
              <a:effectLst/>
            </c:spPr>
            <c:extLst>
              <c:ext xmlns:c16="http://schemas.microsoft.com/office/drawing/2014/chart" uri="{C3380CC4-5D6E-409C-BE32-E72D297353CC}">
                <c16:uniqueId val="{00000013-3F2A-D74A-A47F-76D194970511}"/>
              </c:ext>
            </c:extLst>
          </c:dPt>
          <c:dLbls>
            <c:dLbl>
              <c:idx val="0"/>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3F2A-D74A-A47F-76D194970511}"/>
                </c:ext>
              </c:extLst>
            </c:dLbl>
            <c:dLbl>
              <c:idx val="1"/>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3F2A-D74A-A47F-76D194970511}"/>
                </c:ext>
              </c:extLst>
            </c:dLbl>
            <c:dLbl>
              <c:idx val="2"/>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3F2A-D74A-A47F-76D194970511}"/>
                </c:ext>
              </c:extLst>
            </c:dLbl>
            <c:dLbl>
              <c:idx val="3"/>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3F2A-D74A-A47F-76D194970511}"/>
                </c:ext>
              </c:extLst>
            </c:dLbl>
            <c:dLbl>
              <c:idx val="4"/>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3F2A-D74A-A47F-76D194970511}"/>
                </c:ext>
              </c:extLst>
            </c:dLbl>
            <c:dLbl>
              <c:idx val="5"/>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3F2A-D74A-A47F-76D194970511}"/>
                </c:ext>
              </c:extLst>
            </c:dLbl>
            <c:dLbl>
              <c:idx val="6"/>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3F2A-D74A-A47F-76D194970511}"/>
                </c:ext>
              </c:extLst>
            </c:dLbl>
            <c:dLbl>
              <c:idx val="7"/>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3F2A-D74A-A47F-76D194970511}"/>
                </c:ext>
              </c:extLst>
            </c:dLbl>
            <c:dLbl>
              <c:idx val="8"/>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3F2A-D74A-A47F-76D194970511}"/>
                </c:ext>
              </c:extLst>
            </c:dLbl>
            <c:dLbl>
              <c:idx val="9"/>
              <c:numFmt formatCode="0%" sourceLinked="0"/>
              <c:spPr/>
              <c:txPr>
                <a:bodyPr/>
                <a:lstStyle/>
                <a:p>
                  <a:pPr>
                    <a:defRPr sz="7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3F2A-D74A-A47F-76D19497051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Sheet1!$A$2:$A$11</c:f>
              <c:strCache>
                <c:ptCount val="10"/>
                <c:pt idx="0">
                  <c:v>Pop</c:v>
                </c:pt>
                <c:pt idx="1">
                  <c:v>Rock</c:v>
                </c:pt>
                <c:pt idx="2">
                  <c:v>Jazz</c:v>
                </c:pt>
                <c:pt idx="3">
                  <c:v>Blues</c:v>
                </c:pt>
                <c:pt idx="4">
                  <c:v>Classical</c:v>
                </c:pt>
                <c:pt idx="5">
                  <c:v>Country</c:v>
                </c:pt>
                <c:pt idx="6">
                  <c:v>Hip Hop</c:v>
                </c:pt>
                <c:pt idx="7">
                  <c:v>Electronic</c:v>
                </c:pt>
                <c:pt idx="8">
                  <c:v>K-pop</c:v>
                </c:pt>
                <c:pt idx="9">
                  <c:v>Reggae</c:v>
                </c:pt>
              </c:strCache>
            </c:strRef>
          </c:cat>
          <c:val>
            <c:numRef>
              <c:f>Sheet1!$B$2:$B$11</c:f>
              <c:numCache>
                <c:formatCode>General</c:formatCode>
                <c:ptCount val="10"/>
                <c:pt idx="0">
                  <c:v>12</c:v>
                </c:pt>
                <c:pt idx="1">
                  <c:v>11</c:v>
                </c:pt>
                <c:pt idx="2">
                  <c:v>10</c:v>
                </c:pt>
                <c:pt idx="3">
                  <c:v>10</c:v>
                </c:pt>
                <c:pt idx="4">
                  <c:v>10</c:v>
                </c:pt>
                <c:pt idx="5">
                  <c:v>10</c:v>
                </c:pt>
                <c:pt idx="6">
                  <c:v>10</c:v>
                </c:pt>
                <c:pt idx="7">
                  <c:v>10</c:v>
                </c:pt>
                <c:pt idx="8">
                  <c:v>9</c:v>
                </c:pt>
                <c:pt idx="9">
                  <c:v>8</c:v>
                </c:pt>
              </c:numCache>
            </c:numRef>
          </c:val>
          <c:extLst>
            <c:ext xmlns:c16="http://schemas.microsoft.com/office/drawing/2014/chart" uri="{C3380CC4-5D6E-409C-BE32-E72D297353CC}">
              <c16:uniqueId val="{00000014-3F2A-D74A-A47F-76D194970511}"/>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73253759946673336"/>
          <c:y val="5.3720715466122289E-2"/>
          <c:w val="0.24762113069199684"/>
          <c:h val="0.89255856906775544"/>
        </c:manualLayout>
      </c:layout>
      <c:overlay val="0"/>
      <c:txPr>
        <a:bodyPr/>
        <a:lstStyle/>
        <a:p>
          <a:pPr>
            <a:defRPr sz="700">
              <a:solidFill>
                <a:srgbClr val="2D3748"/>
              </a:solidFill>
              <a:latin typeface="Source Sans Pro" panose="020B0503030403020204" pitchFamily="34" charset="0"/>
              <a:ea typeface="Source Sans Pro" panose="020B0503030403020204" pitchFamily="34" charset="0"/>
            </a:defRPr>
          </a:pPr>
          <a:endParaRPr lang="en-US"/>
        </a:p>
      </c:txPr>
    </c:legend>
    <c:plotVisOnly val="1"/>
    <c:dispBlanksAs val="span"/>
    <c:showDLblsOverMax val="1"/>
  </c:chart>
  <c:spPr>
    <a:solidFill>
      <a:srgbClr val="F0F4F8"/>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2D3748"/>
                </a:solidFill>
                <a:latin typeface="Calibri"/>
              </a:defRPr>
            </a:pPr>
            <a:r>
              <a:rPr lang="en-CA" sz="1000" b="0" i="0" u="none" strike="noStrike" dirty="0">
                <a:solidFill>
                  <a:srgbClr val="2D3748"/>
                </a:solidFill>
                <a:latin typeface="Source Sans Pro" panose="020B0503030403020204" pitchFamily="34" charset="0"/>
                <a:ea typeface="Source Sans Pro" panose="020B0503030403020204" pitchFamily="34" charset="0"/>
              </a:rPr>
              <a:t>Top 5 Vendors by Inventory Value</a:t>
            </a:r>
          </a:p>
        </c:rich>
      </c:tx>
      <c:overlay val="0"/>
    </c:title>
    <c:autoTitleDeleted val="0"/>
    <c:plotArea>
      <c:layout/>
      <c:barChart>
        <c:barDir val="col"/>
        <c:grouping val="clustered"/>
        <c:varyColors val="0"/>
        <c:ser>
          <c:idx val="0"/>
          <c:order val="0"/>
          <c:tx>
            <c:strRef>
              <c:f>Sheet1!$B$1</c:f>
              <c:strCache>
                <c:ptCount val="1"/>
                <c:pt idx="0">
                  <c:v>Inventory Value ($)</c:v>
                </c:pt>
              </c:strCache>
            </c:strRef>
          </c:tx>
          <c:spPr>
            <a:solidFill>
              <a:srgbClr val="00C2A8"/>
            </a:solidFill>
            <a:effectLst/>
          </c:spPr>
          <c:invertIfNegative val="0"/>
          <c:dLbls>
            <c:numFmt formatCode="#,##0" sourceLinked="0"/>
            <c:spPr>
              <a:noFill/>
              <a:ln>
                <a:noFill/>
              </a:ln>
              <a:effectLst/>
            </c:spPr>
            <c:txPr>
              <a:bodyPr/>
              <a:lstStyle/>
              <a:p>
                <a:pPr>
                  <a:defRPr sz="800" b="0" i="0" u="none" strike="noStrike">
                    <a:solidFill>
                      <a:srgbClr val="2D374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BoxTrack</c:v>
                </c:pt>
                <c:pt idx="1">
                  <c:v>BoxRush</c:v>
                </c:pt>
                <c:pt idx="2">
                  <c:v>CrestSync</c:v>
                </c:pt>
                <c:pt idx="3">
                  <c:v>BeatPlanet</c:v>
                </c:pt>
                <c:pt idx="4">
                  <c:v>BoxBox</c:v>
                </c:pt>
              </c:strCache>
            </c:strRef>
          </c:cat>
          <c:val>
            <c:numRef>
              <c:f>Sheet1!$B$2:$B$6</c:f>
              <c:numCache>
                <c:formatCode>General</c:formatCode>
                <c:ptCount val="5"/>
                <c:pt idx="0">
                  <c:v>9449</c:v>
                </c:pt>
                <c:pt idx="1">
                  <c:v>7746</c:v>
                </c:pt>
                <c:pt idx="2">
                  <c:v>7142</c:v>
                </c:pt>
                <c:pt idx="3">
                  <c:v>6989</c:v>
                </c:pt>
                <c:pt idx="4">
                  <c:v>6554</c:v>
                </c:pt>
              </c:numCache>
            </c:numRef>
          </c:val>
          <c:extLst>
            <c:ext xmlns:c16="http://schemas.microsoft.com/office/drawing/2014/chart" uri="{C3380CC4-5D6E-409C-BE32-E72D297353CC}">
              <c16:uniqueId val="{00000000-C34C-9743-A139-FE177044FA6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896A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60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0" y="54864"/>
            <a:ext cx="9144000" cy="5143500"/>
          </a:xfrm>
          <a:prstGeom prst="rect">
            <a:avLst/>
          </a:prstGeom>
          <a:solidFill>
            <a:srgbClr val="0F1B2D"/>
          </a:solidFill>
          <a:ln/>
        </p:spPr>
        <p:txBody>
          <a:bodyPr/>
          <a:lstStyle/>
          <a:p>
            <a:endParaRPr lang="en-US"/>
          </a:p>
        </p:txBody>
      </p:sp>
      <p:sp>
        <p:nvSpPr>
          <p:cNvPr id="3" name="Shape 1"/>
          <p:cNvSpPr/>
          <p:nvPr/>
        </p:nvSpPr>
        <p:spPr>
          <a:xfrm>
            <a:off x="0" y="3474720"/>
            <a:ext cx="9144000" cy="54864"/>
          </a:xfrm>
          <a:prstGeom prst="rect">
            <a:avLst/>
          </a:prstGeom>
          <a:solidFill>
            <a:srgbClr val="00C2A8"/>
          </a:solidFill>
          <a:ln/>
        </p:spPr>
        <p:txBody>
          <a:bodyPr/>
          <a:lstStyle/>
          <a:p>
            <a:endParaRPr lang="en-US"/>
          </a:p>
        </p:txBody>
      </p:sp>
      <p:sp>
        <p:nvSpPr>
          <p:cNvPr id="4" name="Shape 2"/>
          <p:cNvSpPr/>
          <p:nvPr/>
        </p:nvSpPr>
        <p:spPr>
          <a:xfrm>
            <a:off x="0" y="0"/>
            <a:ext cx="9144000" cy="54864"/>
          </a:xfrm>
          <a:prstGeom prst="rect">
            <a:avLst/>
          </a:prstGeom>
          <a:solidFill>
            <a:srgbClr val="00C2A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4256116" y="794282"/>
            <a:ext cx="448887" cy="448887"/>
          </a:xfrm>
          <a:prstGeom prst="rect">
            <a:avLst/>
          </a:prstGeom>
        </p:spPr>
      </p:pic>
      <p:sp>
        <p:nvSpPr>
          <p:cNvPr id="6" name="Text 3"/>
          <p:cNvSpPr/>
          <p:nvPr/>
        </p:nvSpPr>
        <p:spPr>
          <a:xfrm>
            <a:off x="307570" y="1421892"/>
            <a:ext cx="8582891" cy="685800"/>
          </a:xfrm>
          <a:prstGeom prst="rect">
            <a:avLst/>
          </a:prstGeom>
          <a:noFill/>
          <a:ln/>
        </p:spPr>
        <p:txBody>
          <a:bodyPr wrap="square" lIns="0" tIns="0" rIns="0" bIns="0" rtlCol="0" anchor="ctr"/>
          <a:lstStyle/>
          <a:p>
            <a:pPr marL="0" indent="0" algn="ctr">
              <a:buNone/>
            </a:pPr>
            <a:r>
              <a:rPr lang="en-US" sz="2800" b="1" kern="0" spc="600" dirty="0">
                <a:solidFill>
                  <a:srgbClr val="FFFFFF"/>
                </a:solidFill>
                <a:latin typeface="Avenir Book" panose="02000503020000020003" pitchFamily="2" charset="0"/>
                <a:ea typeface="Georgia" pitchFamily="34" charset="-122"/>
                <a:cs typeface="Georgia" pitchFamily="34" charset="-120"/>
              </a:rPr>
              <a:t>NORTH AMERICA MUSIC RETAIL</a:t>
            </a:r>
            <a:endParaRPr lang="en-US" sz="2800" dirty="0">
              <a:latin typeface="Avenir Book" panose="02000503020000020003" pitchFamily="2" charset="0"/>
            </a:endParaRPr>
          </a:p>
        </p:txBody>
      </p:sp>
      <p:sp>
        <p:nvSpPr>
          <p:cNvPr id="7" name="Text 4"/>
          <p:cNvSpPr/>
          <p:nvPr/>
        </p:nvSpPr>
        <p:spPr>
          <a:xfrm>
            <a:off x="457200" y="2057400"/>
            <a:ext cx="8229600" cy="502920"/>
          </a:xfrm>
          <a:prstGeom prst="rect">
            <a:avLst/>
          </a:prstGeom>
          <a:noFill/>
          <a:ln/>
        </p:spPr>
        <p:txBody>
          <a:bodyPr wrap="square" lIns="0" tIns="0" rIns="0" bIns="0" rtlCol="0" anchor="ctr"/>
          <a:lstStyle/>
          <a:p>
            <a:pPr marL="0" indent="0" algn="ctr">
              <a:buNone/>
            </a:pPr>
            <a:r>
              <a:rPr lang="en-US" sz="2200" dirty="0">
                <a:solidFill>
                  <a:srgbClr val="00C2A8"/>
                </a:solidFill>
                <a:latin typeface="Source Sans Pro" panose="020B0503030403020204" pitchFamily="34" charset="0"/>
                <a:ea typeface="Source Sans Pro" panose="020B0503030403020204" pitchFamily="34" charset="0"/>
                <a:cs typeface="Calibri" pitchFamily="34" charset="-120"/>
              </a:rPr>
              <a:t>Data Warehouse &amp; Analytics System</a:t>
            </a:r>
            <a:endParaRPr lang="en-US" sz="2200" dirty="0">
              <a:latin typeface="Source Sans Pro" panose="020B0503030403020204" pitchFamily="34" charset="0"/>
              <a:ea typeface="Source Sans Pro" panose="020B0503030403020204" pitchFamily="34" charset="0"/>
            </a:endParaRPr>
          </a:p>
        </p:txBody>
      </p:sp>
      <p:sp>
        <p:nvSpPr>
          <p:cNvPr id="8" name="Text 5"/>
          <p:cNvSpPr/>
          <p:nvPr/>
        </p:nvSpPr>
        <p:spPr>
          <a:xfrm>
            <a:off x="457200" y="2606040"/>
            <a:ext cx="8229600" cy="411480"/>
          </a:xfrm>
          <a:prstGeom prst="rect">
            <a:avLst/>
          </a:prstGeom>
          <a:noFill/>
          <a:ln/>
        </p:spPr>
        <p:txBody>
          <a:bodyPr wrap="square" lIns="0" tIns="0" rIns="0" bIns="0" rtlCol="0" anchor="ctr"/>
          <a:lstStyle/>
          <a:p>
            <a:pPr marL="0" indent="0" algn="ctr">
              <a:buNone/>
            </a:pPr>
            <a:r>
              <a:rPr lang="en-US" sz="1300" dirty="0">
                <a:solidFill>
                  <a:srgbClr val="8896A8"/>
                </a:solidFill>
                <a:latin typeface="Source Sans Pro" panose="020B0503030403020204" pitchFamily="34" charset="0"/>
                <a:ea typeface="Source Sans Pro" panose="020B0503030403020204" pitchFamily="34" charset="0"/>
                <a:cs typeface="Calibri" pitchFamily="34" charset="-120"/>
              </a:rPr>
              <a:t>A SQL-First OLTP → OLAP Pipeline  |  Enterprise-Grade Case Study</a:t>
            </a:r>
            <a:endParaRPr lang="en-US" sz="1300" dirty="0">
              <a:latin typeface="Source Sans Pro" panose="020B0503030403020204" pitchFamily="34" charset="0"/>
              <a:ea typeface="Source Sans Pro" panose="020B0503030403020204" pitchFamily="34" charset="0"/>
            </a:endParaRPr>
          </a:p>
        </p:txBody>
      </p:sp>
      <p:sp>
        <p:nvSpPr>
          <p:cNvPr id="9" name="Text 6"/>
          <p:cNvSpPr/>
          <p:nvPr/>
        </p:nvSpPr>
        <p:spPr>
          <a:xfrm>
            <a:off x="548640" y="3749040"/>
            <a:ext cx="1828800" cy="502920"/>
          </a:xfrm>
          <a:prstGeom prst="rect">
            <a:avLst/>
          </a:prstGeom>
          <a:noFill/>
          <a:ln/>
        </p:spPr>
        <p:txBody>
          <a:bodyPr wrap="square" lIns="0" tIns="0" rIns="0" bIns="0" rtlCol="0" anchor="ctr"/>
          <a:lstStyle/>
          <a:p>
            <a:pPr marL="0" indent="0" algn="ctr">
              <a:buNone/>
            </a:pPr>
            <a:r>
              <a:rPr lang="en-US" sz="2200" b="1" dirty="0">
                <a:solidFill>
                  <a:srgbClr val="F4C652"/>
                </a:solidFill>
                <a:latin typeface="Avenir Book" panose="02000503020000020003" pitchFamily="2" charset="0"/>
                <a:ea typeface="Georgia" pitchFamily="34" charset="-122"/>
                <a:cs typeface="Georgia" pitchFamily="34" charset="-120"/>
              </a:rPr>
              <a:t>30,000</a:t>
            </a:r>
            <a:endParaRPr lang="en-US" sz="2200" dirty="0">
              <a:latin typeface="Avenir Book" panose="02000503020000020003" pitchFamily="2" charset="0"/>
            </a:endParaRPr>
          </a:p>
        </p:txBody>
      </p:sp>
      <p:sp>
        <p:nvSpPr>
          <p:cNvPr id="10" name="Text 7"/>
          <p:cNvSpPr/>
          <p:nvPr/>
        </p:nvSpPr>
        <p:spPr>
          <a:xfrm>
            <a:off x="548640" y="4206240"/>
            <a:ext cx="1828800" cy="320040"/>
          </a:xfrm>
          <a:prstGeom prst="rect">
            <a:avLst/>
          </a:prstGeom>
          <a:noFill/>
          <a:ln/>
        </p:spPr>
        <p:txBody>
          <a:bodyPr wrap="square" lIns="0" tIns="0" rIns="0" bIns="0" rtlCol="0" anchor="t"/>
          <a:lstStyle/>
          <a:p>
            <a:pPr marL="0" indent="0" algn="ctr">
              <a:buNone/>
            </a:pPr>
            <a:r>
              <a:rPr lang="en-US" sz="1100" dirty="0">
                <a:solidFill>
                  <a:srgbClr val="D1D9E6"/>
                </a:solidFill>
                <a:latin typeface="Source Sans Pro" panose="020B0503030403020204" pitchFamily="34" charset="0"/>
                <a:ea typeface="Source Sans Pro" panose="020B0503030403020204" pitchFamily="34" charset="0"/>
                <a:cs typeface="Calibri" pitchFamily="34" charset="-120"/>
              </a:rPr>
              <a:t>Customers</a:t>
            </a:r>
            <a:endParaRPr lang="en-US" sz="1100" dirty="0">
              <a:latin typeface="Source Sans Pro" panose="020B0503030403020204" pitchFamily="34" charset="0"/>
              <a:ea typeface="Source Sans Pro" panose="020B0503030403020204" pitchFamily="34" charset="0"/>
            </a:endParaRPr>
          </a:p>
        </p:txBody>
      </p:sp>
      <p:sp>
        <p:nvSpPr>
          <p:cNvPr id="11" name="Text 8"/>
          <p:cNvSpPr/>
          <p:nvPr/>
        </p:nvSpPr>
        <p:spPr>
          <a:xfrm>
            <a:off x="2651760" y="3749040"/>
            <a:ext cx="1828800" cy="502920"/>
          </a:xfrm>
          <a:prstGeom prst="rect">
            <a:avLst/>
          </a:prstGeom>
          <a:noFill/>
          <a:ln/>
        </p:spPr>
        <p:txBody>
          <a:bodyPr wrap="square" lIns="0" tIns="0" rIns="0" bIns="0" rtlCol="0" anchor="ctr"/>
          <a:lstStyle/>
          <a:p>
            <a:pPr marL="0" indent="0" algn="ctr">
              <a:buNone/>
            </a:pPr>
            <a:r>
              <a:rPr lang="en-US" sz="2200" b="1" dirty="0">
                <a:solidFill>
                  <a:srgbClr val="F4C652"/>
                </a:solidFill>
                <a:latin typeface="Avenir Book" panose="02000503020000020003" pitchFamily="2" charset="0"/>
                <a:ea typeface="Georgia" pitchFamily="34" charset="-122"/>
                <a:cs typeface="Georgia" pitchFamily="34" charset="-120"/>
              </a:rPr>
              <a:t>55,580+</a:t>
            </a:r>
            <a:endParaRPr lang="en-US" sz="2200" dirty="0">
              <a:latin typeface="Avenir Book" panose="02000503020000020003" pitchFamily="2" charset="0"/>
            </a:endParaRPr>
          </a:p>
        </p:txBody>
      </p:sp>
      <p:sp>
        <p:nvSpPr>
          <p:cNvPr id="12" name="Text 9"/>
          <p:cNvSpPr/>
          <p:nvPr/>
        </p:nvSpPr>
        <p:spPr>
          <a:xfrm>
            <a:off x="2651760" y="4206240"/>
            <a:ext cx="1828800" cy="320040"/>
          </a:xfrm>
          <a:prstGeom prst="rect">
            <a:avLst/>
          </a:prstGeom>
          <a:noFill/>
          <a:ln/>
        </p:spPr>
        <p:txBody>
          <a:bodyPr wrap="square" lIns="0" tIns="0" rIns="0" bIns="0" rtlCol="0" anchor="t"/>
          <a:lstStyle/>
          <a:p>
            <a:pPr marL="0" indent="0" algn="ctr">
              <a:buNone/>
            </a:pPr>
            <a:r>
              <a:rPr lang="en-US" sz="1100" dirty="0">
                <a:solidFill>
                  <a:srgbClr val="D1D9E6"/>
                </a:solidFill>
                <a:latin typeface="Source Sans Pro" panose="020B0503030403020204" pitchFamily="34" charset="0"/>
                <a:ea typeface="Source Sans Pro" panose="020B0503030403020204" pitchFamily="34" charset="0"/>
                <a:cs typeface="Calibri" pitchFamily="34" charset="-120"/>
              </a:rPr>
              <a:t>Orders</a:t>
            </a:r>
            <a:endParaRPr lang="en-US" sz="1100" dirty="0">
              <a:latin typeface="Source Sans Pro" panose="020B0503030403020204" pitchFamily="34" charset="0"/>
              <a:ea typeface="Source Sans Pro" panose="020B0503030403020204" pitchFamily="34" charset="0"/>
            </a:endParaRPr>
          </a:p>
        </p:txBody>
      </p:sp>
      <p:sp>
        <p:nvSpPr>
          <p:cNvPr id="13" name="Text 10"/>
          <p:cNvSpPr/>
          <p:nvPr/>
        </p:nvSpPr>
        <p:spPr>
          <a:xfrm>
            <a:off x="4754880" y="3749040"/>
            <a:ext cx="1828800" cy="502920"/>
          </a:xfrm>
          <a:prstGeom prst="rect">
            <a:avLst/>
          </a:prstGeom>
          <a:noFill/>
          <a:ln/>
        </p:spPr>
        <p:txBody>
          <a:bodyPr wrap="square" lIns="0" tIns="0" rIns="0" bIns="0" rtlCol="0" anchor="ctr"/>
          <a:lstStyle/>
          <a:p>
            <a:pPr marL="0" indent="0" algn="ctr">
              <a:buNone/>
            </a:pPr>
            <a:r>
              <a:rPr lang="en-US" sz="2200" b="1" dirty="0">
                <a:solidFill>
                  <a:srgbClr val="F4C652"/>
                </a:solidFill>
                <a:latin typeface="Avenir Book" panose="02000503020000020003" pitchFamily="2" charset="0"/>
                <a:ea typeface="Georgia" pitchFamily="34" charset="-122"/>
                <a:cs typeface="Georgia" pitchFamily="34" charset="-120"/>
              </a:rPr>
              <a:t>1,163</a:t>
            </a:r>
            <a:endParaRPr lang="en-US" sz="2200" dirty="0">
              <a:latin typeface="Avenir Book" panose="02000503020000020003" pitchFamily="2" charset="0"/>
            </a:endParaRPr>
          </a:p>
        </p:txBody>
      </p:sp>
      <p:sp>
        <p:nvSpPr>
          <p:cNvPr id="14" name="Text 11"/>
          <p:cNvSpPr/>
          <p:nvPr/>
        </p:nvSpPr>
        <p:spPr>
          <a:xfrm>
            <a:off x="4754880" y="4206240"/>
            <a:ext cx="1828800" cy="320040"/>
          </a:xfrm>
          <a:prstGeom prst="rect">
            <a:avLst/>
          </a:prstGeom>
          <a:noFill/>
          <a:ln/>
        </p:spPr>
        <p:txBody>
          <a:bodyPr wrap="square" lIns="0" tIns="0" rIns="0" bIns="0" rtlCol="0" anchor="t"/>
          <a:lstStyle/>
          <a:p>
            <a:pPr marL="0" indent="0" algn="ctr">
              <a:buNone/>
            </a:pPr>
            <a:r>
              <a:rPr lang="en-US" sz="1100" dirty="0">
                <a:solidFill>
                  <a:srgbClr val="D1D9E6"/>
                </a:solidFill>
                <a:latin typeface="Source Sans Pro" panose="020B0503030403020204" pitchFamily="34" charset="0"/>
                <a:ea typeface="Source Sans Pro" panose="020B0503030403020204" pitchFamily="34" charset="0"/>
                <a:cs typeface="Calibri" pitchFamily="34" charset="-120"/>
              </a:rPr>
              <a:t>Albums</a:t>
            </a:r>
            <a:endParaRPr lang="en-US" sz="1100" dirty="0">
              <a:latin typeface="Source Sans Pro" panose="020B0503030403020204" pitchFamily="34" charset="0"/>
              <a:ea typeface="Source Sans Pro" panose="020B0503030403020204" pitchFamily="34" charset="0"/>
            </a:endParaRPr>
          </a:p>
        </p:txBody>
      </p:sp>
      <p:sp>
        <p:nvSpPr>
          <p:cNvPr id="15" name="Text 12"/>
          <p:cNvSpPr/>
          <p:nvPr/>
        </p:nvSpPr>
        <p:spPr>
          <a:xfrm>
            <a:off x="6858000" y="3749040"/>
            <a:ext cx="1828800" cy="502920"/>
          </a:xfrm>
          <a:prstGeom prst="rect">
            <a:avLst/>
          </a:prstGeom>
          <a:noFill/>
          <a:ln/>
        </p:spPr>
        <p:txBody>
          <a:bodyPr wrap="square" lIns="0" tIns="0" rIns="0" bIns="0" rtlCol="0" anchor="ctr"/>
          <a:lstStyle/>
          <a:p>
            <a:pPr marL="0" indent="0" algn="ctr">
              <a:buNone/>
            </a:pPr>
            <a:r>
              <a:rPr lang="en-US" sz="2200" b="1" dirty="0">
                <a:solidFill>
                  <a:srgbClr val="F4C652"/>
                </a:solidFill>
                <a:latin typeface="Avenir Book" panose="02000503020000020003" pitchFamily="2" charset="0"/>
                <a:ea typeface="Georgia" pitchFamily="34" charset="-122"/>
                <a:cs typeface="Georgia" pitchFamily="34" charset="-120"/>
              </a:rPr>
              <a:t>2022–2025</a:t>
            </a:r>
            <a:endParaRPr lang="en-US" sz="2200" dirty="0">
              <a:latin typeface="Avenir Book" panose="02000503020000020003" pitchFamily="2" charset="0"/>
            </a:endParaRPr>
          </a:p>
        </p:txBody>
      </p:sp>
      <p:sp>
        <p:nvSpPr>
          <p:cNvPr id="16" name="Text 13"/>
          <p:cNvSpPr/>
          <p:nvPr/>
        </p:nvSpPr>
        <p:spPr>
          <a:xfrm>
            <a:off x="6858000" y="4206240"/>
            <a:ext cx="1828800" cy="320040"/>
          </a:xfrm>
          <a:prstGeom prst="rect">
            <a:avLst/>
          </a:prstGeom>
          <a:noFill/>
          <a:ln/>
        </p:spPr>
        <p:txBody>
          <a:bodyPr wrap="square" lIns="0" tIns="0" rIns="0" bIns="0" rtlCol="0" anchor="t"/>
          <a:lstStyle/>
          <a:p>
            <a:pPr marL="0" indent="0" algn="ctr">
              <a:buNone/>
            </a:pPr>
            <a:r>
              <a:rPr lang="en-US" sz="1100" dirty="0">
                <a:solidFill>
                  <a:srgbClr val="D1D9E6"/>
                </a:solidFill>
                <a:latin typeface="Source Sans Pro" panose="020B0503030403020204" pitchFamily="34" charset="0"/>
                <a:ea typeface="Source Sans Pro" panose="020B0503030403020204" pitchFamily="34" charset="0"/>
                <a:cs typeface="Calibri" pitchFamily="34" charset="-120"/>
              </a:rPr>
              <a:t>Multi-Year</a:t>
            </a:r>
            <a:endParaRPr lang="en-US" sz="1100" dirty="0">
              <a:latin typeface="Source Sans Pro" panose="020B0503030403020204" pitchFamily="34" charset="0"/>
              <a:ea typeface="Source Sans Pro" panose="020B0503030403020204" pitchFamily="34" charset="0"/>
            </a:endParaRPr>
          </a:p>
        </p:txBody>
      </p:sp>
      <p:sp>
        <p:nvSpPr>
          <p:cNvPr id="17" name="Text 14"/>
          <p:cNvSpPr/>
          <p:nvPr/>
        </p:nvSpPr>
        <p:spPr>
          <a:xfrm>
            <a:off x="457200" y="4709160"/>
            <a:ext cx="8229600" cy="320040"/>
          </a:xfrm>
          <a:prstGeom prst="rect">
            <a:avLst/>
          </a:prstGeom>
          <a:noFill/>
          <a:ln/>
        </p:spPr>
        <p:txBody>
          <a:bodyPr wrap="square" lIns="0" tIns="0" rIns="0" bIns="0" rtlCol="0" anchor="ctr"/>
          <a:lstStyle/>
          <a:p>
            <a:pPr marL="0" indent="0" algn="ctr">
              <a:buNone/>
            </a:pPr>
            <a:r>
              <a:rPr lang="en-US" sz="900" i="1" dirty="0">
                <a:solidFill>
                  <a:srgbClr val="8896A8"/>
                </a:solidFill>
                <a:latin typeface="Source Sans Pro" panose="020B0503030403020204" pitchFamily="34" charset="0"/>
                <a:ea typeface="Source Sans Pro" panose="020B0503030403020204" pitchFamily="34" charset="0"/>
                <a:cs typeface="Calibri" pitchFamily="34" charset="-120"/>
              </a:rPr>
              <a:t>Synthetic Data  |  Educational &amp; Analytical Purposes</a:t>
            </a:r>
            <a:endParaRPr lang="en-US" sz="9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Business Overview</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Text 5"/>
          <p:cNvSpPr/>
          <p:nvPr/>
        </p:nvSpPr>
        <p:spPr>
          <a:xfrm>
            <a:off x="548640" y="1325880"/>
            <a:ext cx="3931920" cy="365760"/>
          </a:xfrm>
          <a:prstGeom prst="rect">
            <a:avLst/>
          </a:prstGeom>
          <a:noFill/>
          <a:ln/>
        </p:spPr>
        <p:txBody>
          <a:bodyPr wrap="square" lIns="0" tIns="0" rIns="0" bIns="0" rtlCol="0" anchor="ctr"/>
          <a:lstStyle/>
          <a:p>
            <a:pPr marL="0" indent="0">
              <a:buNone/>
            </a:pPr>
            <a:r>
              <a:rPr lang="en-US" sz="1600" b="1" dirty="0">
                <a:solidFill>
                  <a:srgbClr val="0F1B2D"/>
                </a:solidFill>
                <a:latin typeface="Avenir Book" panose="02000503020000020003" pitchFamily="2" charset="0"/>
                <a:ea typeface="Georgia" pitchFamily="34" charset="-122"/>
                <a:cs typeface="Georgia" pitchFamily="34" charset="-120"/>
              </a:rPr>
              <a:t>The Company</a:t>
            </a:r>
            <a:endParaRPr lang="en-US" sz="1600" dirty="0">
              <a:latin typeface="Avenir Book" panose="02000503020000020003" pitchFamily="2" charset="0"/>
            </a:endParaRPr>
          </a:p>
        </p:txBody>
      </p:sp>
      <p:sp>
        <p:nvSpPr>
          <p:cNvPr id="9" name="Text 6"/>
          <p:cNvSpPr/>
          <p:nvPr/>
        </p:nvSpPr>
        <p:spPr>
          <a:xfrm>
            <a:off x="548640" y="1737360"/>
            <a:ext cx="3931920" cy="2148840"/>
          </a:xfrm>
          <a:prstGeom prst="rect">
            <a:avLst/>
          </a:prstGeom>
          <a:noFill/>
          <a:ln/>
        </p:spPr>
        <p:txBody>
          <a:bodyPr wrap="square" lIns="0" tIns="0" rIns="0" bIns="0" rtlCol="0" anchor="t"/>
          <a:lstStyle/>
          <a:p>
            <a:pPr marL="0" indent="0">
              <a:lnSpc>
                <a:spcPct val="130000"/>
              </a:lnSpc>
              <a:buNone/>
            </a:pPr>
            <a:r>
              <a:rPr lang="en-US" sz="1200" dirty="0">
                <a:solidFill>
                  <a:srgbClr val="2D3748"/>
                </a:solidFill>
                <a:latin typeface="Source Sans Pro" panose="020B0503030403020204" pitchFamily="34" charset="0"/>
                <a:ea typeface="Source Sans Pro" panose="020B0503030403020204" pitchFamily="34" charset="0"/>
                <a:cs typeface="Calibri" pitchFamily="34" charset="-120"/>
              </a:rPr>
              <a:t>A B2C omnichannel music retailer operating a digital-first sales model with physical store pickup capability. The business serves customers across the United States and Canada through a multi-year operation spanning 2022 to 2025.</a:t>
            </a:r>
            <a:endParaRPr lang="en-US" sz="1200" dirty="0">
              <a:latin typeface="Source Sans Pro" panose="020B0503030403020204" pitchFamily="34" charset="0"/>
              <a:ea typeface="Source Sans Pro" panose="020B0503030403020204" pitchFamily="34" charset="0"/>
            </a:endParaRPr>
          </a:p>
          <a:p>
            <a:pPr marL="0" indent="0">
              <a:buNone/>
            </a:pPr>
            <a:endParaRPr lang="en-US" sz="1200" dirty="0">
              <a:latin typeface="Source Sans Pro" panose="020B0503030403020204" pitchFamily="34" charset="0"/>
              <a:ea typeface="Source Sans Pro" panose="020B0503030403020204" pitchFamily="34" charset="0"/>
            </a:endParaRPr>
          </a:p>
          <a:p>
            <a:pPr marL="0" indent="0">
              <a:lnSpc>
                <a:spcPct val="130000"/>
              </a:lnSpc>
              <a:buNone/>
            </a:pPr>
            <a:r>
              <a:rPr lang="en-US" sz="1200" dirty="0">
                <a:solidFill>
                  <a:srgbClr val="2D3748"/>
                </a:solidFill>
                <a:latin typeface="Source Sans Pro" panose="020B0503030403020204" pitchFamily="34" charset="0"/>
                <a:ea typeface="Source Sans Pro" panose="020B0503030403020204" pitchFamily="34" charset="0"/>
                <a:cs typeface="Calibri" pitchFamily="34" charset="-120"/>
              </a:rPr>
              <a:t>Revenue is generated through album sales across 10 genres, sourced from 200 vendors with both famous and independent artist catalogs.</a:t>
            </a:r>
            <a:endParaRPr lang="en-US" sz="1200" dirty="0">
              <a:latin typeface="Source Sans Pro" panose="020B0503030403020204" pitchFamily="34" charset="0"/>
              <a:ea typeface="Source Sans Pro" panose="020B0503030403020204" pitchFamily="34" charset="0"/>
            </a:endParaRPr>
          </a:p>
        </p:txBody>
      </p:sp>
      <p:sp>
        <p:nvSpPr>
          <p:cNvPr id="10" name="Shape 7"/>
          <p:cNvSpPr/>
          <p:nvPr/>
        </p:nvSpPr>
        <p:spPr>
          <a:xfrm>
            <a:off x="4846320" y="1325880"/>
            <a:ext cx="3749040" cy="6400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5029200" y="1463040"/>
            <a:ext cx="347472" cy="347472"/>
          </a:xfrm>
          <a:prstGeom prst="rect">
            <a:avLst/>
          </a:prstGeom>
        </p:spPr>
      </p:pic>
      <p:sp>
        <p:nvSpPr>
          <p:cNvPr id="12" name="Text 8"/>
          <p:cNvSpPr/>
          <p:nvPr/>
        </p:nvSpPr>
        <p:spPr>
          <a:xfrm>
            <a:off x="5532120" y="1371600"/>
            <a:ext cx="2834640" cy="32004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US &amp; Canada Markets</a:t>
            </a:r>
            <a:endParaRPr lang="en-US" sz="1200" dirty="0">
              <a:latin typeface="Source Sans Pro" panose="020B0503030403020204" pitchFamily="34" charset="0"/>
              <a:ea typeface="Source Sans Pro" panose="020B0503030403020204" pitchFamily="34" charset="0"/>
            </a:endParaRPr>
          </a:p>
        </p:txBody>
      </p:sp>
      <p:sp>
        <p:nvSpPr>
          <p:cNvPr id="13" name="Text 9"/>
          <p:cNvSpPr/>
          <p:nvPr/>
        </p:nvSpPr>
        <p:spPr>
          <a:xfrm>
            <a:off x="5532120" y="1645920"/>
            <a:ext cx="2834640" cy="274320"/>
          </a:xfrm>
          <a:prstGeom prst="rect">
            <a:avLst/>
          </a:prstGeom>
          <a:noFill/>
          <a:ln/>
        </p:spPr>
        <p:txBody>
          <a:bodyPr wrap="square" lIns="0" tIns="0" rIns="0" bIns="0" rtlCol="0" anchor="t"/>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50/50 customer split</a:t>
            </a:r>
            <a:endParaRPr lang="en-US" sz="1000" dirty="0">
              <a:latin typeface="Source Sans Pro" panose="020B0503030403020204" pitchFamily="34" charset="0"/>
              <a:ea typeface="Source Sans Pro" panose="020B0503030403020204" pitchFamily="34" charset="0"/>
            </a:endParaRPr>
          </a:p>
        </p:txBody>
      </p:sp>
      <p:sp>
        <p:nvSpPr>
          <p:cNvPr id="14" name="Shape 10"/>
          <p:cNvSpPr/>
          <p:nvPr/>
        </p:nvSpPr>
        <p:spPr>
          <a:xfrm>
            <a:off x="4846320" y="2103120"/>
            <a:ext cx="3749040" cy="6400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5029200" y="2240280"/>
            <a:ext cx="347472" cy="347472"/>
          </a:xfrm>
          <a:prstGeom prst="rect">
            <a:avLst/>
          </a:prstGeom>
        </p:spPr>
      </p:pic>
      <p:sp>
        <p:nvSpPr>
          <p:cNvPr id="16" name="Text 11"/>
          <p:cNvSpPr/>
          <p:nvPr/>
        </p:nvSpPr>
        <p:spPr>
          <a:xfrm>
            <a:off x="5532120" y="2148840"/>
            <a:ext cx="2834640" cy="32004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Omnichannel Sales</a:t>
            </a:r>
            <a:endParaRPr lang="en-US" sz="1200" dirty="0">
              <a:latin typeface="Source Sans Pro" panose="020B0503030403020204" pitchFamily="34" charset="0"/>
              <a:ea typeface="Source Sans Pro" panose="020B0503030403020204" pitchFamily="34" charset="0"/>
            </a:endParaRPr>
          </a:p>
        </p:txBody>
      </p:sp>
      <p:sp>
        <p:nvSpPr>
          <p:cNvPr id="17" name="Text 12"/>
          <p:cNvSpPr/>
          <p:nvPr/>
        </p:nvSpPr>
        <p:spPr>
          <a:xfrm>
            <a:off x="5532120" y="2423160"/>
            <a:ext cx="2834640" cy="274320"/>
          </a:xfrm>
          <a:prstGeom prst="rect">
            <a:avLst/>
          </a:prstGeom>
          <a:noFill/>
          <a:ln/>
        </p:spPr>
        <p:txBody>
          <a:bodyPr wrap="square" lIns="0" tIns="0" rIns="0" bIns="0" rtlCol="0" anchor="t"/>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Online + Store Pickup</a:t>
            </a:r>
            <a:endParaRPr lang="en-US" sz="1000" dirty="0">
              <a:latin typeface="Source Sans Pro" panose="020B0503030403020204" pitchFamily="34" charset="0"/>
              <a:ea typeface="Source Sans Pro" panose="020B0503030403020204" pitchFamily="34" charset="0"/>
            </a:endParaRPr>
          </a:p>
        </p:txBody>
      </p:sp>
      <p:sp>
        <p:nvSpPr>
          <p:cNvPr id="18" name="Shape 13"/>
          <p:cNvSpPr/>
          <p:nvPr/>
        </p:nvSpPr>
        <p:spPr>
          <a:xfrm>
            <a:off x="4846320" y="2880360"/>
            <a:ext cx="3749040" cy="6400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5029200" y="3017520"/>
            <a:ext cx="347472" cy="347472"/>
          </a:xfrm>
          <a:prstGeom prst="rect">
            <a:avLst/>
          </a:prstGeom>
        </p:spPr>
      </p:pic>
      <p:sp>
        <p:nvSpPr>
          <p:cNvPr id="20" name="Text 14"/>
          <p:cNvSpPr/>
          <p:nvPr/>
        </p:nvSpPr>
        <p:spPr>
          <a:xfrm>
            <a:off x="5532120" y="2926080"/>
            <a:ext cx="2834640" cy="32004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200 Vendors</a:t>
            </a:r>
            <a:endParaRPr lang="en-US" sz="1200" dirty="0">
              <a:latin typeface="Source Sans Pro" panose="020B0503030403020204" pitchFamily="34" charset="0"/>
              <a:ea typeface="Source Sans Pro" panose="020B0503030403020204" pitchFamily="34" charset="0"/>
            </a:endParaRPr>
          </a:p>
        </p:txBody>
      </p:sp>
      <p:sp>
        <p:nvSpPr>
          <p:cNvPr id="21" name="Text 15"/>
          <p:cNvSpPr/>
          <p:nvPr/>
        </p:nvSpPr>
        <p:spPr>
          <a:xfrm>
            <a:off x="5532120" y="3200400"/>
            <a:ext cx="2834640" cy="274320"/>
          </a:xfrm>
          <a:prstGeom prst="rect">
            <a:avLst/>
          </a:prstGeom>
          <a:noFill/>
          <a:ln/>
        </p:spPr>
        <p:txBody>
          <a:bodyPr wrap="square" lIns="0" tIns="0" rIns="0" bIns="0" rtlCol="0" anchor="t"/>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Managed procurement</a:t>
            </a:r>
            <a:endParaRPr lang="en-US" sz="1000" dirty="0">
              <a:latin typeface="Source Sans Pro" panose="020B0503030403020204" pitchFamily="34" charset="0"/>
              <a:ea typeface="Source Sans Pro" panose="020B0503030403020204" pitchFamily="34" charset="0"/>
            </a:endParaRPr>
          </a:p>
        </p:txBody>
      </p:sp>
      <p:sp>
        <p:nvSpPr>
          <p:cNvPr id="22" name="Shape 16"/>
          <p:cNvSpPr/>
          <p:nvPr/>
        </p:nvSpPr>
        <p:spPr>
          <a:xfrm>
            <a:off x="4846320" y="3657600"/>
            <a:ext cx="3749040" cy="6400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23" name="Image 4" descr="preencoded.png"/>
          <p:cNvPicPr>
            <a:picLocks noChangeAspect="1"/>
          </p:cNvPicPr>
          <p:nvPr/>
        </p:nvPicPr>
        <p:blipFill>
          <a:blip r:embed="rId7"/>
          <a:stretch>
            <a:fillRect/>
          </a:stretch>
        </p:blipFill>
        <p:spPr>
          <a:xfrm>
            <a:off x="5029200" y="3794760"/>
            <a:ext cx="347472" cy="347472"/>
          </a:xfrm>
          <a:prstGeom prst="rect">
            <a:avLst/>
          </a:prstGeom>
        </p:spPr>
      </p:pic>
      <p:sp>
        <p:nvSpPr>
          <p:cNvPr id="24" name="Text 17"/>
          <p:cNvSpPr/>
          <p:nvPr/>
        </p:nvSpPr>
        <p:spPr>
          <a:xfrm>
            <a:off x="5532120" y="3703320"/>
            <a:ext cx="2834640" cy="32004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1,163 Albums</a:t>
            </a:r>
            <a:endParaRPr lang="en-US" sz="1200" dirty="0">
              <a:latin typeface="Source Sans Pro" panose="020B0503030403020204" pitchFamily="34" charset="0"/>
              <a:ea typeface="Source Sans Pro" panose="020B0503030403020204" pitchFamily="34" charset="0"/>
            </a:endParaRPr>
          </a:p>
        </p:txBody>
      </p:sp>
      <p:sp>
        <p:nvSpPr>
          <p:cNvPr id="25" name="Text 18"/>
          <p:cNvSpPr/>
          <p:nvPr/>
        </p:nvSpPr>
        <p:spPr>
          <a:xfrm>
            <a:off x="5532120" y="3977640"/>
            <a:ext cx="2834640" cy="274320"/>
          </a:xfrm>
          <a:prstGeom prst="rect">
            <a:avLst/>
          </a:prstGeom>
          <a:noFill/>
          <a:ln/>
        </p:spPr>
        <p:txBody>
          <a:bodyPr wrap="square" lIns="0" tIns="0" rIns="0" bIns="0" rtlCol="0" anchor="t"/>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10 genres, famous &amp; indie</a:t>
            </a:r>
            <a:endParaRPr lang="en-US" sz="10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Data Architecture: OLTP → OLAP Pipeline</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Shape 5"/>
          <p:cNvSpPr/>
          <p:nvPr/>
        </p:nvSpPr>
        <p:spPr>
          <a:xfrm>
            <a:off x="457200" y="1371600"/>
            <a:ext cx="3474720" cy="25603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57200" y="1371600"/>
            <a:ext cx="3474720" cy="45720"/>
          </a:xfrm>
          <a:prstGeom prst="rect">
            <a:avLst/>
          </a:prstGeom>
          <a:solidFill>
            <a:srgbClr val="4299E1"/>
          </a:solidFill>
          <a:ln/>
        </p:spPr>
        <p:txBody>
          <a:bodyPr/>
          <a:lstStyle/>
          <a:p>
            <a:endParaRPr lang="en-US"/>
          </a:p>
        </p:txBody>
      </p:sp>
      <p:sp>
        <p:nvSpPr>
          <p:cNvPr id="10" name="Text 7"/>
          <p:cNvSpPr/>
          <p:nvPr/>
        </p:nvSpPr>
        <p:spPr>
          <a:xfrm>
            <a:off x="640080" y="1508760"/>
            <a:ext cx="3108960" cy="365760"/>
          </a:xfrm>
          <a:prstGeom prst="rect">
            <a:avLst/>
          </a:prstGeom>
          <a:noFill/>
          <a:ln/>
        </p:spPr>
        <p:txBody>
          <a:bodyPr wrap="square" lIns="0" tIns="0" rIns="0" bIns="0" rtlCol="0" anchor="ctr"/>
          <a:lstStyle/>
          <a:p>
            <a:pPr marL="0" indent="0">
              <a:buNone/>
            </a:pPr>
            <a:r>
              <a:rPr lang="en-US" sz="1600" b="1" dirty="0">
                <a:solidFill>
                  <a:srgbClr val="4299E1"/>
                </a:solidFill>
                <a:latin typeface="Avenir Book" panose="02000503020000020003" pitchFamily="2" charset="0"/>
                <a:ea typeface="Georgia" pitchFamily="34" charset="-122"/>
                <a:cs typeface="Georgia" pitchFamily="34" charset="-120"/>
              </a:rPr>
              <a:t>OLTP Layer</a:t>
            </a:r>
            <a:endParaRPr lang="en-US" sz="1600" dirty="0">
              <a:latin typeface="Avenir Book" panose="02000503020000020003" pitchFamily="2" charset="0"/>
            </a:endParaRPr>
          </a:p>
        </p:txBody>
      </p:sp>
      <p:sp>
        <p:nvSpPr>
          <p:cNvPr id="11" name="Text 8"/>
          <p:cNvSpPr/>
          <p:nvPr/>
        </p:nvSpPr>
        <p:spPr>
          <a:xfrm>
            <a:off x="640080" y="1828800"/>
            <a:ext cx="3108960" cy="274320"/>
          </a:xfrm>
          <a:prstGeom prst="rect">
            <a:avLst/>
          </a:prstGeom>
          <a:noFill/>
          <a:ln/>
        </p:spPr>
        <p:txBody>
          <a:bodyPr wrap="square" lIns="0" tIns="0" rIns="0" bIns="0" rtlCol="0" anchor="ctr"/>
          <a:lstStyle/>
          <a:p>
            <a:pPr marL="0" indent="0">
              <a:buNone/>
            </a:pPr>
            <a:r>
              <a:rPr lang="en-US" sz="1000" i="1" dirty="0">
                <a:solidFill>
                  <a:srgbClr val="8896A8"/>
                </a:solidFill>
                <a:latin typeface="Source Sans Pro" panose="020B0503030403020204" pitchFamily="34" charset="0"/>
                <a:ea typeface="Source Sans Pro" panose="020B0503030403020204" pitchFamily="34" charset="0"/>
                <a:cs typeface="Calibri" pitchFamily="34" charset="-120"/>
              </a:rPr>
              <a:t>Operational / Transactional</a:t>
            </a:r>
            <a:endParaRPr lang="en-US" sz="1000" dirty="0">
              <a:latin typeface="Source Sans Pro" panose="020B0503030403020204" pitchFamily="34" charset="0"/>
              <a:ea typeface="Source Sans Pro" panose="020B0503030403020204" pitchFamily="34" charset="0"/>
            </a:endParaRPr>
          </a:p>
        </p:txBody>
      </p:sp>
      <p:sp>
        <p:nvSpPr>
          <p:cNvPr id="12" name="Text 9"/>
          <p:cNvSpPr/>
          <p:nvPr/>
        </p:nvSpPr>
        <p:spPr>
          <a:xfrm>
            <a:off x="640080" y="2194560"/>
            <a:ext cx="3108960" cy="1554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Normalized relational schema</a:t>
            </a:r>
            <a:endParaRPr lang="en-US" sz="1100" dirty="0">
              <a:latin typeface="Source Sans Pro" panose="020B0503030403020204" pitchFamily="34" charset="0"/>
              <a:ea typeface="Source Sans Pro" panose="020B0503030403020204" pitchFamily="34" charset="0"/>
            </a:endParaRPr>
          </a:p>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Customer, Order, Album, Track, Vendor, Genre tables</a:t>
            </a:r>
            <a:endParaRPr lang="en-US" sz="1100" dirty="0">
              <a:latin typeface="Source Sans Pro" panose="020B0503030403020204" pitchFamily="34" charset="0"/>
              <a:ea typeface="Source Sans Pro" panose="020B0503030403020204" pitchFamily="34" charset="0"/>
            </a:endParaRPr>
          </a:p>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Supports inserts, updates, deletes</a:t>
            </a:r>
            <a:endParaRPr lang="en-US" sz="1100" dirty="0">
              <a:latin typeface="Source Sans Pro" panose="020B0503030403020204" pitchFamily="34" charset="0"/>
              <a:ea typeface="Source Sans Pro" panose="020B0503030403020204" pitchFamily="34" charset="0"/>
            </a:endParaRPr>
          </a:p>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Referential integrity enforced</a:t>
            </a:r>
            <a:endParaRPr lang="en-US" sz="1100" dirty="0">
              <a:latin typeface="Source Sans Pro" panose="020B0503030403020204" pitchFamily="34" charset="0"/>
              <a:ea typeface="Source Sans Pro" panose="020B0503030403020204" pitchFamily="34" charset="0"/>
            </a:endParaRPr>
          </a:p>
        </p:txBody>
      </p:sp>
      <p:pic>
        <p:nvPicPr>
          <p:cNvPr id="13" name="Image 1" descr="preencoded.png"/>
          <p:cNvPicPr>
            <a:picLocks noChangeAspect="1"/>
          </p:cNvPicPr>
          <p:nvPr/>
        </p:nvPicPr>
        <p:blipFill>
          <a:blip r:embed="rId4"/>
          <a:stretch>
            <a:fillRect/>
          </a:stretch>
        </p:blipFill>
        <p:spPr>
          <a:xfrm>
            <a:off x="4160520" y="2377440"/>
            <a:ext cx="457200" cy="457200"/>
          </a:xfrm>
          <a:prstGeom prst="rect">
            <a:avLst/>
          </a:prstGeom>
        </p:spPr>
      </p:pic>
      <p:sp>
        <p:nvSpPr>
          <p:cNvPr id="14" name="Text 10"/>
          <p:cNvSpPr/>
          <p:nvPr/>
        </p:nvSpPr>
        <p:spPr>
          <a:xfrm>
            <a:off x="3977640" y="2880360"/>
            <a:ext cx="822960" cy="274320"/>
          </a:xfrm>
          <a:prstGeom prst="rect">
            <a:avLst/>
          </a:prstGeom>
          <a:noFill/>
          <a:ln/>
        </p:spPr>
        <p:txBody>
          <a:bodyPr wrap="square" lIns="0" tIns="0" rIns="0" bIns="0" rtlCol="0" anchor="ctr"/>
          <a:lstStyle/>
          <a:p>
            <a:pPr marL="0" indent="0" algn="ctr">
              <a:buNone/>
            </a:pPr>
            <a:r>
              <a:rPr lang="en-US" sz="900" b="1" dirty="0">
                <a:solidFill>
                  <a:srgbClr val="00C2A8"/>
                </a:solidFill>
                <a:latin typeface="Calibri" pitchFamily="34" charset="0"/>
                <a:ea typeface="Calibri" pitchFamily="34" charset="-122"/>
                <a:cs typeface="Calibri" pitchFamily="34" charset="-120"/>
              </a:rPr>
              <a:t>ETL</a:t>
            </a:r>
            <a:endParaRPr lang="en-US" sz="900" dirty="0"/>
          </a:p>
        </p:txBody>
      </p:sp>
      <p:sp>
        <p:nvSpPr>
          <p:cNvPr id="15" name="Shape 11"/>
          <p:cNvSpPr/>
          <p:nvPr/>
        </p:nvSpPr>
        <p:spPr>
          <a:xfrm>
            <a:off x="5029200" y="1371600"/>
            <a:ext cx="3657600" cy="25603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16" name="Shape 12"/>
          <p:cNvSpPr/>
          <p:nvPr/>
        </p:nvSpPr>
        <p:spPr>
          <a:xfrm>
            <a:off x="5029200" y="1371600"/>
            <a:ext cx="3657600" cy="45720"/>
          </a:xfrm>
          <a:prstGeom prst="rect">
            <a:avLst/>
          </a:prstGeom>
          <a:solidFill>
            <a:srgbClr val="00C2A8"/>
          </a:solidFill>
          <a:ln/>
        </p:spPr>
        <p:txBody>
          <a:bodyPr/>
          <a:lstStyle/>
          <a:p>
            <a:endParaRPr lang="en-US"/>
          </a:p>
        </p:txBody>
      </p:sp>
      <p:sp>
        <p:nvSpPr>
          <p:cNvPr id="17" name="Text 13"/>
          <p:cNvSpPr/>
          <p:nvPr/>
        </p:nvSpPr>
        <p:spPr>
          <a:xfrm>
            <a:off x="5212080" y="1508760"/>
            <a:ext cx="3291840" cy="365760"/>
          </a:xfrm>
          <a:prstGeom prst="rect">
            <a:avLst/>
          </a:prstGeom>
          <a:noFill/>
          <a:ln/>
        </p:spPr>
        <p:txBody>
          <a:bodyPr wrap="square" lIns="0" tIns="0" rIns="0" bIns="0" rtlCol="0" anchor="ctr"/>
          <a:lstStyle/>
          <a:p>
            <a:pPr marL="0" indent="0">
              <a:buNone/>
            </a:pPr>
            <a:r>
              <a:rPr lang="en-US" sz="1600" b="1" dirty="0">
                <a:solidFill>
                  <a:srgbClr val="00C2A8"/>
                </a:solidFill>
                <a:latin typeface="Avenir Book" panose="02000503020000020003" pitchFamily="2" charset="0"/>
                <a:ea typeface="Georgia" pitchFamily="34" charset="-122"/>
                <a:cs typeface="Georgia" pitchFamily="34" charset="-120"/>
              </a:rPr>
              <a:t>OLAP Layer</a:t>
            </a:r>
            <a:endParaRPr lang="en-US" sz="1600" dirty="0">
              <a:latin typeface="Avenir Book" panose="02000503020000020003" pitchFamily="2" charset="0"/>
            </a:endParaRPr>
          </a:p>
        </p:txBody>
      </p:sp>
      <p:sp>
        <p:nvSpPr>
          <p:cNvPr id="18" name="Text 14"/>
          <p:cNvSpPr/>
          <p:nvPr/>
        </p:nvSpPr>
        <p:spPr>
          <a:xfrm>
            <a:off x="5212080" y="1828800"/>
            <a:ext cx="3291840" cy="274320"/>
          </a:xfrm>
          <a:prstGeom prst="rect">
            <a:avLst/>
          </a:prstGeom>
          <a:noFill/>
          <a:ln/>
        </p:spPr>
        <p:txBody>
          <a:bodyPr wrap="square" lIns="0" tIns="0" rIns="0" bIns="0" rtlCol="0" anchor="ctr"/>
          <a:lstStyle/>
          <a:p>
            <a:pPr marL="0" indent="0">
              <a:buNone/>
            </a:pPr>
            <a:r>
              <a:rPr lang="en-US" sz="1000" i="1" dirty="0">
                <a:solidFill>
                  <a:srgbClr val="8896A8"/>
                </a:solidFill>
                <a:latin typeface="Source Sans Pro" panose="020B0503030403020204" pitchFamily="34" charset="0"/>
                <a:ea typeface="Source Sans Pro" panose="020B0503030403020204" pitchFamily="34" charset="0"/>
                <a:cs typeface="Calibri" pitchFamily="34" charset="-120"/>
              </a:rPr>
              <a:t>Analytical / Warehouse</a:t>
            </a:r>
            <a:endParaRPr lang="en-US" sz="1000" dirty="0">
              <a:latin typeface="Source Sans Pro" panose="020B0503030403020204" pitchFamily="34" charset="0"/>
              <a:ea typeface="Source Sans Pro" panose="020B0503030403020204" pitchFamily="34" charset="0"/>
            </a:endParaRPr>
          </a:p>
        </p:txBody>
      </p:sp>
      <p:sp>
        <p:nvSpPr>
          <p:cNvPr id="19" name="Text 15"/>
          <p:cNvSpPr/>
          <p:nvPr/>
        </p:nvSpPr>
        <p:spPr>
          <a:xfrm>
            <a:off x="5212080" y="2194560"/>
            <a:ext cx="3291840" cy="15544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Star schema design</a:t>
            </a:r>
            <a:endParaRPr lang="en-US" sz="1100" dirty="0">
              <a:latin typeface="Source Sans Pro" panose="020B0503030403020204" pitchFamily="34" charset="0"/>
              <a:ea typeface="Source Sans Pro" panose="020B0503030403020204" pitchFamily="34" charset="0"/>
            </a:endParaRPr>
          </a:p>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Fact tables: Sales, Order Items, Albums, Customer Summary</a:t>
            </a:r>
            <a:endParaRPr lang="en-US" sz="1100" dirty="0">
              <a:latin typeface="Source Sans Pro" panose="020B0503030403020204" pitchFamily="34" charset="0"/>
              <a:ea typeface="Source Sans Pro" panose="020B0503030403020204" pitchFamily="34" charset="0"/>
            </a:endParaRPr>
          </a:p>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Dimension tables: Date, Customer, Album</a:t>
            </a:r>
            <a:endParaRPr lang="en-US" sz="1100" dirty="0">
              <a:latin typeface="Source Sans Pro" panose="020B0503030403020204" pitchFamily="34" charset="0"/>
              <a:ea typeface="Source Sans Pro" panose="020B0503030403020204" pitchFamily="34" charset="0"/>
            </a:endParaRPr>
          </a:p>
          <a:p>
            <a:pPr marL="342900" indent="-342900">
              <a:spcAft>
                <a:spcPts val="600"/>
              </a:spcAft>
              <a:buSzPct val="100000"/>
              <a:buChar char="•"/>
            </a:pPr>
            <a:r>
              <a:rPr lang="en-US" sz="1100" dirty="0">
                <a:solidFill>
                  <a:srgbClr val="2D3748"/>
                </a:solidFill>
                <a:latin typeface="Source Sans Pro" panose="020B0503030403020204" pitchFamily="34" charset="0"/>
                <a:ea typeface="Source Sans Pro" panose="020B0503030403020204" pitchFamily="34" charset="0"/>
                <a:cs typeface="Calibri" pitchFamily="34" charset="-120"/>
              </a:rPr>
              <a:t>Optimized for aggregation &amp; reporting</a:t>
            </a:r>
            <a:endParaRPr lang="en-US" sz="1100" dirty="0">
              <a:latin typeface="Source Sans Pro" panose="020B0503030403020204" pitchFamily="34" charset="0"/>
              <a:ea typeface="Source Sans Pro" panose="020B0503030403020204" pitchFamily="34" charset="0"/>
            </a:endParaRPr>
          </a:p>
        </p:txBody>
      </p:sp>
      <p:sp>
        <p:nvSpPr>
          <p:cNvPr id="20" name="Text 16"/>
          <p:cNvSpPr/>
          <p:nvPr/>
        </p:nvSpPr>
        <p:spPr>
          <a:xfrm>
            <a:off x="457200" y="4160520"/>
            <a:ext cx="8229600" cy="411480"/>
          </a:xfrm>
          <a:prstGeom prst="rect">
            <a:avLst/>
          </a:prstGeom>
          <a:noFill/>
          <a:ln/>
        </p:spPr>
        <p:txBody>
          <a:bodyPr wrap="square" lIns="0" tIns="0" rIns="0" bIns="0" rtlCol="0" anchor="ctr"/>
          <a:lstStyle/>
          <a:p>
            <a:pPr marL="0" indent="0" algn="ctr">
              <a:buNone/>
            </a:pPr>
            <a:r>
              <a:rPr lang="en-US" sz="1100" i="1" dirty="0">
                <a:solidFill>
                  <a:srgbClr val="8896A8"/>
                </a:solidFill>
                <a:latin typeface="Source Sans Pro" panose="020B0503030403020204" pitchFamily="34" charset="0"/>
                <a:ea typeface="Source Sans Pro" panose="020B0503030403020204" pitchFamily="34" charset="0"/>
                <a:cs typeface="Calibri" pitchFamily="34" charset="-120"/>
              </a:rPr>
              <a:t>SQL-first analytics system — no BI tools required. All metrics produced through MySQL queries.</a:t>
            </a:r>
            <a:endParaRPr lang="en-US" sz="11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Data Model: Facts &amp; Dimensions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Text 5"/>
          <p:cNvSpPr/>
          <p:nvPr/>
        </p:nvSpPr>
        <p:spPr>
          <a:xfrm>
            <a:off x="548640" y="1280160"/>
            <a:ext cx="3931920" cy="320040"/>
          </a:xfrm>
          <a:prstGeom prst="rect">
            <a:avLst/>
          </a:prstGeom>
          <a:noFill/>
          <a:ln/>
        </p:spPr>
        <p:txBody>
          <a:bodyPr wrap="square" lIns="0" tIns="0" rIns="0" bIns="0" rtlCol="0" anchor="ctr"/>
          <a:lstStyle/>
          <a:p>
            <a:pPr marL="0" indent="0">
              <a:buNone/>
            </a:pPr>
            <a:r>
              <a:rPr lang="en-US" sz="1500" b="1" dirty="0">
                <a:solidFill>
                  <a:srgbClr val="00C2A8"/>
                </a:solidFill>
                <a:latin typeface="Avenir Book" panose="02000503020000020003" pitchFamily="2" charset="0"/>
                <a:ea typeface="Georgia" pitchFamily="34" charset="-122"/>
                <a:cs typeface="Georgia" pitchFamily="34" charset="-120"/>
              </a:rPr>
              <a:t>Fact Tables</a:t>
            </a:r>
            <a:endParaRPr lang="en-US" sz="1500" dirty="0">
              <a:latin typeface="Avenir Book" panose="02000503020000020003" pitchFamily="2" charset="0"/>
            </a:endParaRPr>
          </a:p>
        </p:txBody>
      </p:sp>
      <p:sp>
        <p:nvSpPr>
          <p:cNvPr id="9" name="Shape 6"/>
          <p:cNvSpPr/>
          <p:nvPr/>
        </p:nvSpPr>
        <p:spPr>
          <a:xfrm>
            <a:off x="548640" y="1691640"/>
            <a:ext cx="3931920" cy="502920"/>
          </a:xfrm>
          <a:prstGeom prst="rect">
            <a:avLst/>
          </a:prstGeom>
          <a:solidFill>
            <a:srgbClr val="FFFFFF"/>
          </a:solidFill>
          <a:ln w="9525">
            <a:solidFill>
              <a:srgbClr val="00C2A8"/>
            </a:solidFill>
            <a:prstDash val="solid"/>
          </a:ln>
        </p:spPr>
        <p:txBody>
          <a:bodyPr/>
          <a:lstStyle/>
          <a:p>
            <a:endParaRPr lang="en-US"/>
          </a:p>
        </p:txBody>
      </p:sp>
      <p:sp>
        <p:nvSpPr>
          <p:cNvPr id="10" name="Text 7"/>
          <p:cNvSpPr/>
          <p:nvPr/>
        </p:nvSpPr>
        <p:spPr>
          <a:xfrm>
            <a:off x="685800" y="1709928"/>
            <a:ext cx="3566160" cy="228600"/>
          </a:xfrm>
          <a:prstGeom prst="rect">
            <a:avLst/>
          </a:prstGeom>
          <a:noFill/>
          <a:ln/>
        </p:spPr>
        <p:txBody>
          <a:bodyPr wrap="square" lIns="0" tIns="0" rIns="0" bIns="0" rtlCol="0" anchor="ctr"/>
          <a:lstStyle/>
          <a:p>
            <a:pPr marL="0" indent="0">
              <a:buNone/>
            </a:pPr>
            <a:r>
              <a:rPr lang="en-US" sz="1100" b="1" dirty="0">
                <a:solidFill>
                  <a:srgbClr val="00C2A8"/>
                </a:solidFill>
                <a:latin typeface="Consolas" pitchFamily="34" charset="0"/>
                <a:ea typeface="Consolas" pitchFamily="34" charset="-122"/>
                <a:cs typeface="Consolas" pitchFamily="34" charset="-120"/>
              </a:rPr>
              <a:t>fact-sales</a:t>
            </a:r>
            <a:endParaRPr lang="en-US" sz="1100" dirty="0"/>
          </a:p>
        </p:txBody>
      </p:sp>
      <p:sp>
        <p:nvSpPr>
          <p:cNvPr id="11" name="Text 8"/>
          <p:cNvSpPr/>
          <p:nvPr/>
        </p:nvSpPr>
        <p:spPr>
          <a:xfrm>
            <a:off x="685800" y="1938528"/>
            <a:ext cx="356616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Order-level transactions (55,580 rows)</a:t>
            </a:r>
            <a:endParaRPr lang="en-US" sz="1000" dirty="0"/>
          </a:p>
        </p:txBody>
      </p:sp>
      <p:sp>
        <p:nvSpPr>
          <p:cNvPr id="12" name="Shape 9"/>
          <p:cNvSpPr/>
          <p:nvPr/>
        </p:nvSpPr>
        <p:spPr>
          <a:xfrm>
            <a:off x="548640" y="2286000"/>
            <a:ext cx="3931920" cy="502920"/>
          </a:xfrm>
          <a:prstGeom prst="rect">
            <a:avLst/>
          </a:prstGeom>
          <a:solidFill>
            <a:srgbClr val="FFFFFF"/>
          </a:solidFill>
          <a:ln w="9525">
            <a:solidFill>
              <a:srgbClr val="00C2A8"/>
            </a:solidFill>
            <a:prstDash val="solid"/>
          </a:ln>
        </p:spPr>
        <p:txBody>
          <a:bodyPr/>
          <a:lstStyle/>
          <a:p>
            <a:endParaRPr lang="en-US"/>
          </a:p>
        </p:txBody>
      </p:sp>
      <p:sp>
        <p:nvSpPr>
          <p:cNvPr id="13" name="Text 10"/>
          <p:cNvSpPr/>
          <p:nvPr/>
        </p:nvSpPr>
        <p:spPr>
          <a:xfrm>
            <a:off x="685800" y="2304288"/>
            <a:ext cx="3566160" cy="228600"/>
          </a:xfrm>
          <a:prstGeom prst="rect">
            <a:avLst/>
          </a:prstGeom>
          <a:noFill/>
          <a:ln/>
        </p:spPr>
        <p:txBody>
          <a:bodyPr wrap="square" lIns="0" tIns="0" rIns="0" bIns="0" rtlCol="0" anchor="ctr"/>
          <a:lstStyle/>
          <a:p>
            <a:pPr marL="0" indent="0">
              <a:buNone/>
            </a:pPr>
            <a:r>
              <a:rPr lang="en-US" sz="1100" b="1" dirty="0">
                <a:solidFill>
                  <a:srgbClr val="00C2A8"/>
                </a:solidFill>
                <a:latin typeface="Consolas" pitchFamily="34" charset="0"/>
                <a:ea typeface="Consolas" pitchFamily="34" charset="-122"/>
                <a:cs typeface="Consolas" pitchFamily="34" charset="-120"/>
              </a:rPr>
              <a:t>fact-sales-order-items</a:t>
            </a:r>
            <a:endParaRPr lang="en-US" sz="1100" dirty="0"/>
          </a:p>
        </p:txBody>
      </p:sp>
      <p:sp>
        <p:nvSpPr>
          <p:cNvPr id="14" name="Text 11"/>
          <p:cNvSpPr/>
          <p:nvPr/>
        </p:nvSpPr>
        <p:spPr>
          <a:xfrm>
            <a:off x="685800" y="2532888"/>
            <a:ext cx="356616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Line-item detail (134,383 rows)</a:t>
            </a:r>
            <a:endParaRPr lang="en-US" sz="1000" dirty="0"/>
          </a:p>
        </p:txBody>
      </p:sp>
      <p:sp>
        <p:nvSpPr>
          <p:cNvPr id="15" name="Shape 12"/>
          <p:cNvSpPr/>
          <p:nvPr/>
        </p:nvSpPr>
        <p:spPr>
          <a:xfrm>
            <a:off x="548640" y="2880360"/>
            <a:ext cx="3931920" cy="502920"/>
          </a:xfrm>
          <a:prstGeom prst="rect">
            <a:avLst/>
          </a:prstGeom>
          <a:solidFill>
            <a:srgbClr val="FFFFFF"/>
          </a:solidFill>
          <a:ln w="9525">
            <a:solidFill>
              <a:srgbClr val="00C2A8"/>
            </a:solidFill>
            <a:prstDash val="solid"/>
          </a:ln>
        </p:spPr>
        <p:txBody>
          <a:bodyPr/>
          <a:lstStyle/>
          <a:p>
            <a:endParaRPr lang="en-US"/>
          </a:p>
        </p:txBody>
      </p:sp>
      <p:sp>
        <p:nvSpPr>
          <p:cNvPr id="16" name="Text 13"/>
          <p:cNvSpPr/>
          <p:nvPr/>
        </p:nvSpPr>
        <p:spPr>
          <a:xfrm>
            <a:off x="685800" y="2898648"/>
            <a:ext cx="3566160" cy="228600"/>
          </a:xfrm>
          <a:prstGeom prst="rect">
            <a:avLst/>
          </a:prstGeom>
          <a:noFill/>
          <a:ln/>
        </p:spPr>
        <p:txBody>
          <a:bodyPr wrap="square" lIns="0" tIns="0" rIns="0" bIns="0" rtlCol="0" anchor="ctr"/>
          <a:lstStyle/>
          <a:p>
            <a:pPr marL="0" indent="0">
              <a:buNone/>
            </a:pPr>
            <a:r>
              <a:rPr lang="en-US" sz="1100" b="1" dirty="0">
                <a:solidFill>
                  <a:srgbClr val="00C2A8"/>
                </a:solidFill>
                <a:latin typeface="Consolas" pitchFamily="34" charset="0"/>
                <a:ea typeface="Consolas" pitchFamily="34" charset="-122"/>
                <a:cs typeface="Consolas" pitchFamily="34" charset="-120"/>
              </a:rPr>
              <a:t>fact-album</a:t>
            </a:r>
            <a:endParaRPr lang="en-US" sz="1100" dirty="0"/>
          </a:p>
        </p:txBody>
      </p:sp>
      <p:sp>
        <p:nvSpPr>
          <p:cNvPr id="17" name="Text 14"/>
          <p:cNvSpPr/>
          <p:nvPr/>
        </p:nvSpPr>
        <p:spPr>
          <a:xfrm>
            <a:off x="685800" y="3127248"/>
            <a:ext cx="356616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Album-level P&amp;L aggregation (1,163 rows)</a:t>
            </a:r>
            <a:endParaRPr lang="en-US" sz="1000" dirty="0"/>
          </a:p>
        </p:txBody>
      </p:sp>
      <p:sp>
        <p:nvSpPr>
          <p:cNvPr id="18" name="Shape 15"/>
          <p:cNvSpPr/>
          <p:nvPr/>
        </p:nvSpPr>
        <p:spPr>
          <a:xfrm>
            <a:off x="548640" y="3474720"/>
            <a:ext cx="3931920" cy="502920"/>
          </a:xfrm>
          <a:prstGeom prst="rect">
            <a:avLst/>
          </a:prstGeom>
          <a:solidFill>
            <a:srgbClr val="FFFFFF"/>
          </a:solidFill>
          <a:ln w="9525">
            <a:solidFill>
              <a:srgbClr val="00C2A8"/>
            </a:solidFill>
            <a:prstDash val="solid"/>
          </a:ln>
        </p:spPr>
        <p:txBody>
          <a:bodyPr/>
          <a:lstStyle/>
          <a:p>
            <a:endParaRPr lang="en-US"/>
          </a:p>
        </p:txBody>
      </p:sp>
      <p:sp>
        <p:nvSpPr>
          <p:cNvPr id="19" name="Text 16"/>
          <p:cNvSpPr/>
          <p:nvPr/>
        </p:nvSpPr>
        <p:spPr>
          <a:xfrm>
            <a:off x="685800" y="3493008"/>
            <a:ext cx="3566160" cy="228600"/>
          </a:xfrm>
          <a:prstGeom prst="rect">
            <a:avLst/>
          </a:prstGeom>
          <a:noFill/>
          <a:ln/>
        </p:spPr>
        <p:txBody>
          <a:bodyPr wrap="square" lIns="0" tIns="0" rIns="0" bIns="0" rtlCol="0" anchor="ctr"/>
          <a:lstStyle/>
          <a:p>
            <a:pPr marL="0" indent="0">
              <a:buNone/>
            </a:pPr>
            <a:r>
              <a:rPr lang="en-US" sz="1100" b="1" dirty="0">
                <a:solidFill>
                  <a:srgbClr val="00C2A8"/>
                </a:solidFill>
                <a:latin typeface="Consolas" pitchFamily="34" charset="0"/>
                <a:ea typeface="Consolas" pitchFamily="34" charset="-122"/>
                <a:cs typeface="Consolas" pitchFamily="34" charset="-120"/>
              </a:rPr>
              <a:t>fact-customer-summary</a:t>
            </a:r>
            <a:endParaRPr lang="en-US" sz="1100" dirty="0"/>
          </a:p>
        </p:txBody>
      </p:sp>
      <p:sp>
        <p:nvSpPr>
          <p:cNvPr id="20" name="Text 17"/>
          <p:cNvSpPr/>
          <p:nvPr/>
        </p:nvSpPr>
        <p:spPr>
          <a:xfrm>
            <a:off x="685800" y="3721608"/>
            <a:ext cx="356616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Customer behavior metrics (30,000 rows)</a:t>
            </a:r>
            <a:endParaRPr lang="en-US" sz="1000" dirty="0"/>
          </a:p>
        </p:txBody>
      </p:sp>
      <p:sp>
        <p:nvSpPr>
          <p:cNvPr id="21" name="Text 18"/>
          <p:cNvSpPr/>
          <p:nvPr/>
        </p:nvSpPr>
        <p:spPr>
          <a:xfrm>
            <a:off x="4846320" y="1280160"/>
            <a:ext cx="3749040" cy="320040"/>
          </a:xfrm>
          <a:prstGeom prst="rect">
            <a:avLst/>
          </a:prstGeom>
          <a:noFill/>
          <a:ln/>
        </p:spPr>
        <p:txBody>
          <a:bodyPr wrap="square" lIns="0" tIns="0" rIns="0" bIns="0" rtlCol="0" anchor="ctr"/>
          <a:lstStyle/>
          <a:p>
            <a:pPr marL="0" indent="0">
              <a:buNone/>
            </a:pPr>
            <a:r>
              <a:rPr lang="en-US" sz="1500" b="1" dirty="0">
                <a:solidFill>
                  <a:srgbClr val="F4C652"/>
                </a:solidFill>
                <a:latin typeface="Avenir Book" panose="02000503020000020003" pitchFamily="2" charset="0"/>
                <a:ea typeface="Georgia" pitchFamily="34" charset="-122"/>
                <a:cs typeface="Georgia" pitchFamily="34" charset="-120"/>
              </a:rPr>
              <a:t>Dimension Tables</a:t>
            </a:r>
            <a:endParaRPr lang="en-US" sz="1500" dirty="0">
              <a:latin typeface="Avenir Book" panose="02000503020000020003" pitchFamily="2" charset="0"/>
            </a:endParaRPr>
          </a:p>
        </p:txBody>
      </p:sp>
      <p:sp>
        <p:nvSpPr>
          <p:cNvPr id="22" name="Shape 19"/>
          <p:cNvSpPr/>
          <p:nvPr/>
        </p:nvSpPr>
        <p:spPr>
          <a:xfrm>
            <a:off x="4846320" y="1691640"/>
            <a:ext cx="3749040" cy="502920"/>
          </a:xfrm>
          <a:prstGeom prst="rect">
            <a:avLst/>
          </a:prstGeom>
          <a:solidFill>
            <a:srgbClr val="FFFFFF"/>
          </a:solidFill>
          <a:ln w="9525">
            <a:solidFill>
              <a:srgbClr val="F4C652"/>
            </a:solidFill>
            <a:prstDash val="solid"/>
          </a:ln>
        </p:spPr>
        <p:txBody>
          <a:bodyPr/>
          <a:lstStyle/>
          <a:p>
            <a:endParaRPr lang="en-US"/>
          </a:p>
        </p:txBody>
      </p:sp>
      <p:sp>
        <p:nvSpPr>
          <p:cNvPr id="23" name="Text 20"/>
          <p:cNvSpPr/>
          <p:nvPr/>
        </p:nvSpPr>
        <p:spPr>
          <a:xfrm>
            <a:off x="4983480" y="1709928"/>
            <a:ext cx="3474720" cy="228600"/>
          </a:xfrm>
          <a:prstGeom prst="rect">
            <a:avLst/>
          </a:prstGeom>
          <a:noFill/>
          <a:ln/>
        </p:spPr>
        <p:txBody>
          <a:bodyPr wrap="square" lIns="0" tIns="0" rIns="0" bIns="0" rtlCol="0" anchor="ctr"/>
          <a:lstStyle/>
          <a:p>
            <a:pPr marL="0" indent="0">
              <a:buNone/>
            </a:pPr>
            <a:r>
              <a:rPr lang="en-US" sz="1100" b="1" dirty="0">
                <a:solidFill>
                  <a:srgbClr val="F4C652"/>
                </a:solidFill>
                <a:latin typeface="Consolas" pitchFamily="34" charset="0"/>
                <a:ea typeface="Consolas" pitchFamily="34" charset="-122"/>
                <a:cs typeface="Consolas" pitchFamily="34" charset="-120"/>
              </a:rPr>
              <a:t>date-dimension</a:t>
            </a:r>
            <a:endParaRPr lang="en-US" sz="1100" dirty="0"/>
          </a:p>
        </p:txBody>
      </p:sp>
      <p:sp>
        <p:nvSpPr>
          <p:cNvPr id="24" name="Text 21"/>
          <p:cNvSpPr/>
          <p:nvPr/>
        </p:nvSpPr>
        <p:spPr>
          <a:xfrm>
            <a:off x="4983480" y="1938528"/>
            <a:ext cx="347472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Calendar attributes (3,653 rows)</a:t>
            </a:r>
            <a:endParaRPr lang="en-US" sz="1000" dirty="0"/>
          </a:p>
        </p:txBody>
      </p:sp>
      <p:sp>
        <p:nvSpPr>
          <p:cNvPr id="25" name="Shape 22"/>
          <p:cNvSpPr/>
          <p:nvPr/>
        </p:nvSpPr>
        <p:spPr>
          <a:xfrm>
            <a:off x="4846320" y="2286000"/>
            <a:ext cx="3749040" cy="502920"/>
          </a:xfrm>
          <a:prstGeom prst="rect">
            <a:avLst/>
          </a:prstGeom>
          <a:solidFill>
            <a:srgbClr val="FFFFFF"/>
          </a:solidFill>
          <a:ln w="9525">
            <a:solidFill>
              <a:srgbClr val="F4C652"/>
            </a:solidFill>
            <a:prstDash val="solid"/>
          </a:ln>
        </p:spPr>
        <p:txBody>
          <a:bodyPr/>
          <a:lstStyle/>
          <a:p>
            <a:endParaRPr lang="en-US"/>
          </a:p>
        </p:txBody>
      </p:sp>
      <p:sp>
        <p:nvSpPr>
          <p:cNvPr id="26" name="Text 23"/>
          <p:cNvSpPr/>
          <p:nvPr/>
        </p:nvSpPr>
        <p:spPr>
          <a:xfrm>
            <a:off x="4983480" y="2304288"/>
            <a:ext cx="3474720" cy="228600"/>
          </a:xfrm>
          <a:prstGeom prst="rect">
            <a:avLst/>
          </a:prstGeom>
          <a:noFill/>
          <a:ln/>
        </p:spPr>
        <p:txBody>
          <a:bodyPr wrap="square" lIns="0" tIns="0" rIns="0" bIns="0" rtlCol="0" anchor="ctr"/>
          <a:lstStyle/>
          <a:p>
            <a:pPr marL="0" indent="0">
              <a:buNone/>
            </a:pPr>
            <a:r>
              <a:rPr lang="en-US" sz="1100" b="1" dirty="0">
                <a:solidFill>
                  <a:srgbClr val="F4C652"/>
                </a:solidFill>
                <a:latin typeface="Consolas" pitchFamily="34" charset="0"/>
                <a:ea typeface="Consolas" pitchFamily="34" charset="-122"/>
                <a:cs typeface="Consolas" pitchFamily="34" charset="-120"/>
              </a:rPr>
              <a:t>customer-dimension</a:t>
            </a:r>
            <a:endParaRPr lang="en-US" sz="1100" dirty="0"/>
          </a:p>
        </p:txBody>
      </p:sp>
      <p:sp>
        <p:nvSpPr>
          <p:cNvPr id="27" name="Text 24"/>
          <p:cNvSpPr/>
          <p:nvPr/>
        </p:nvSpPr>
        <p:spPr>
          <a:xfrm>
            <a:off x="4983480" y="2532888"/>
            <a:ext cx="347472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Customer demographics (30,000 rows)</a:t>
            </a:r>
            <a:endParaRPr lang="en-US" sz="1000" dirty="0"/>
          </a:p>
        </p:txBody>
      </p:sp>
      <p:sp>
        <p:nvSpPr>
          <p:cNvPr id="28" name="Shape 25"/>
          <p:cNvSpPr/>
          <p:nvPr/>
        </p:nvSpPr>
        <p:spPr>
          <a:xfrm>
            <a:off x="4846320" y="2880360"/>
            <a:ext cx="3749040" cy="502920"/>
          </a:xfrm>
          <a:prstGeom prst="rect">
            <a:avLst/>
          </a:prstGeom>
          <a:solidFill>
            <a:srgbClr val="FFFFFF"/>
          </a:solidFill>
          <a:ln w="9525">
            <a:solidFill>
              <a:srgbClr val="F4C652"/>
            </a:solidFill>
            <a:prstDash val="solid"/>
          </a:ln>
        </p:spPr>
        <p:txBody>
          <a:bodyPr/>
          <a:lstStyle/>
          <a:p>
            <a:endParaRPr lang="en-US"/>
          </a:p>
        </p:txBody>
      </p:sp>
      <p:sp>
        <p:nvSpPr>
          <p:cNvPr id="29" name="Text 26"/>
          <p:cNvSpPr/>
          <p:nvPr/>
        </p:nvSpPr>
        <p:spPr>
          <a:xfrm>
            <a:off x="4983480" y="2898648"/>
            <a:ext cx="3474720" cy="228600"/>
          </a:xfrm>
          <a:prstGeom prst="rect">
            <a:avLst/>
          </a:prstGeom>
          <a:noFill/>
          <a:ln/>
        </p:spPr>
        <p:txBody>
          <a:bodyPr wrap="square" lIns="0" tIns="0" rIns="0" bIns="0" rtlCol="0" anchor="ctr"/>
          <a:lstStyle/>
          <a:p>
            <a:pPr marL="0" indent="0">
              <a:buNone/>
            </a:pPr>
            <a:r>
              <a:rPr lang="en-US" sz="1100" b="1" dirty="0">
                <a:solidFill>
                  <a:srgbClr val="F4C652"/>
                </a:solidFill>
                <a:latin typeface="Consolas" pitchFamily="34" charset="0"/>
                <a:ea typeface="Consolas" pitchFamily="34" charset="-122"/>
                <a:cs typeface="Consolas" pitchFamily="34" charset="-120"/>
              </a:rPr>
              <a:t>album-dimension</a:t>
            </a:r>
            <a:endParaRPr lang="en-US" sz="1100" dirty="0"/>
          </a:p>
        </p:txBody>
      </p:sp>
      <p:sp>
        <p:nvSpPr>
          <p:cNvPr id="30" name="Text 27"/>
          <p:cNvSpPr/>
          <p:nvPr/>
        </p:nvSpPr>
        <p:spPr>
          <a:xfrm>
            <a:off x="4983480" y="3127248"/>
            <a:ext cx="3474720" cy="210312"/>
          </a:xfrm>
          <a:prstGeom prst="rect">
            <a:avLst/>
          </a:prstGeom>
          <a:noFill/>
          <a:ln/>
        </p:spPr>
        <p:txBody>
          <a:bodyPr wrap="square" lIns="0" tIns="0" rIns="0" bIns="0" rtlCol="0" anchor="ctr"/>
          <a:lstStyle/>
          <a:p>
            <a:pPr marL="0" indent="0">
              <a:buNone/>
            </a:pPr>
            <a:r>
              <a:rPr lang="en-US" sz="1000" dirty="0">
                <a:solidFill>
                  <a:srgbClr val="8896A8"/>
                </a:solidFill>
                <a:latin typeface="Calibri" pitchFamily="34" charset="0"/>
                <a:ea typeface="Calibri" pitchFamily="34" charset="-122"/>
                <a:cs typeface="Calibri" pitchFamily="34" charset="-120"/>
              </a:rPr>
              <a:t>Album metadata &amp; pricing (1,163 rows)</a:t>
            </a:r>
            <a:endParaRPr lang="en-US" sz="1000" dirty="0"/>
          </a:p>
        </p:txBody>
      </p:sp>
      <p:sp>
        <p:nvSpPr>
          <p:cNvPr id="31" name="Text 28"/>
          <p:cNvSpPr/>
          <p:nvPr/>
        </p:nvSpPr>
        <p:spPr>
          <a:xfrm>
            <a:off x="4846320" y="3520440"/>
            <a:ext cx="3749040" cy="320040"/>
          </a:xfrm>
          <a:prstGeom prst="rect">
            <a:avLst/>
          </a:prstGeom>
          <a:noFill/>
          <a:ln/>
        </p:spPr>
        <p:txBody>
          <a:bodyPr wrap="square" lIns="0" tIns="0" rIns="0" bIns="0" rtlCol="0" anchor="ctr"/>
          <a:lstStyle/>
          <a:p>
            <a:pPr marL="0" indent="0">
              <a:buNone/>
            </a:pPr>
            <a:r>
              <a:rPr lang="en-US" sz="1300" b="1" dirty="0">
                <a:solidFill>
                  <a:srgbClr val="9F7AEA"/>
                </a:solidFill>
                <a:latin typeface="Avenir Book" panose="02000503020000020003" pitchFamily="2" charset="0"/>
                <a:ea typeface="Georgia" pitchFamily="34" charset="-122"/>
                <a:cs typeface="Georgia" pitchFamily="34" charset="-120"/>
              </a:rPr>
              <a:t>Analytical Views &amp; Aggregates</a:t>
            </a:r>
            <a:endParaRPr lang="en-US" sz="1300" dirty="0">
              <a:latin typeface="Avenir Book" panose="02000503020000020003" pitchFamily="2" charset="0"/>
            </a:endParaRPr>
          </a:p>
        </p:txBody>
      </p:sp>
      <p:sp>
        <p:nvSpPr>
          <p:cNvPr id="32" name="Text 29"/>
          <p:cNvSpPr/>
          <p:nvPr/>
        </p:nvSpPr>
        <p:spPr>
          <a:xfrm>
            <a:off x="4846320" y="3840480"/>
            <a:ext cx="3749040" cy="731520"/>
          </a:xfrm>
          <a:prstGeom prst="rect">
            <a:avLst/>
          </a:prstGeom>
          <a:noFill/>
          <a:ln/>
        </p:spPr>
        <p:txBody>
          <a:bodyPr wrap="square" lIns="0" tIns="0" rIns="0" bIns="0" rtlCol="0" anchor="t"/>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Revenue per month, Orders per day, CLV rankings, Top-selling albums, Customer distribution, Peak order days, Vendor contribution</a:t>
            </a:r>
            <a:endParaRPr lang="en-US" sz="10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Data Scale &amp; Coverage</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Shape 5"/>
          <p:cNvSpPr/>
          <p:nvPr/>
        </p:nvSpPr>
        <p:spPr>
          <a:xfrm>
            <a:off x="457200" y="13716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71600"/>
            <a:ext cx="1920240" cy="45720"/>
          </a:xfrm>
          <a:prstGeom prst="rect">
            <a:avLst/>
          </a:prstGeom>
          <a:solidFill>
            <a:srgbClr val="00C2A8"/>
          </a:solidFill>
          <a:ln/>
        </p:spPr>
        <p:txBody>
          <a:bodyPr/>
          <a:lstStyle/>
          <a:p>
            <a:endParaRPr lang="en-US"/>
          </a:p>
        </p:txBody>
      </p:sp>
      <p:sp>
        <p:nvSpPr>
          <p:cNvPr id="10" name="Text 7"/>
          <p:cNvSpPr/>
          <p:nvPr/>
        </p:nvSpPr>
        <p:spPr>
          <a:xfrm>
            <a:off x="457200" y="1508760"/>
            <a:ext cx="192024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30,000</a:t>
            </a:r>
            <a:endParaRPr lang="en-US" sz="2800" dirty="0">
              <a:latin typeface="Avenir Book" panose="02000503020000020003" pitchFamily="2" charset="0"/>
            </a:endParaRPr>
          </a:p>
        </p:txBody>
      </p:sp>
      <p:sp>
        <p:nvSpPr>
          <p:cNvPr id="11" name="Text 8"/>
          <p:cNvSpPr/>
          <p:nvPr/>
        </p:nvSpPr>
        <p:spPr>
          <a:xfrm>
            <a:off x="457200" y="20574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Customers</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2606040" y="13716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2606040" y="1371600"/>
            <a:ext cx="1920240" cy="45720"/>
          </a:xfrm>
          <a:prstGeom prst="rect">
            <a:avLst/>
          </a:prstGeom>
          <a:solidFill>
            <a:srgbClr val="4299E1"/>
          </a:solidFill>
          <a:ln/>
        </p:spPr>
        <p:txBody>
          <a:bodyPr/>
          <a:lstStyle/>
          <a:p>
            <a:endParaRPr lang="en-US"/>
          </a:p>
        </p:txBody>
      </p:sp>
      <p:sp>
        <p:nvSpPr>
          <p:cNvPr id="14" name="Text 11"/>
          <p:cNvSpPr/>
          <p:nvPr/>
        </p:nvSpPr>
        <p:spPr>
          <a:xfrm>
            <a:off x="2606040" y="1508760"/>
            <a:ext cx="1920240" cy="594360"/>
          </a:xfrm>
          <a:prstGeom prst="rect">
            <a:avLst/>
          </a:prstGeom>
          <a:noFill/>
          <a:ln/>
        </p:spPr>
        <p:txBody>
          <a:bodyPr wrap="square" lIns="0" tIns="0" rIns="0" bIns="0" rtlCol="0" anchor="ctr"/>
          <a:lstStyle/>
          <a:p>
            <a:pPr marL="0" indent="0" algn="ctr">
              <a:buNone/>
            </a:pPr>
            <a:r>
              <a:rPr lang="en-US" sz="2800" b="1" dirty="0">
                <a:solidFill>
                  <a:srgbClr val="4299E1"/>
                </a:solidFill>
                <a:latin typeface="Avenir Book" panose="02000503020000020003" pitchFamily="2" charset="0"/>
                <a:ea typeface="Georgia" pitchFamily="34" charset="-122"/>
                <a:cs typeface="Georgia" pitchFamily="34" charset="-120"/>
              </a:rPr>
              <a:t>55,580+</a:t>
            </a:r>
            <a:endParaRPr lang="en-US" sz="2800" dirty="0">
              <a:latin typeface="Avenir Book" panose="02000503020000020003" pitchFamily="2" charset="0"/>
            </a:endParaRPr>
          </a:p>
        </p:txBody>
      </p:sp>
      <p:sp>
        <p:nvSpPr>
          <p:cNvPr id="15" name="Text 12"/>
          <p:cNvSpPr/>
          <p:nvPr/>
        </p:nvSpPr>
        <p:spPr>
          <a:xfrm>
            <a:off x="2606040" y="20574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Sales Orders</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4754880" y="13716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4754880" y="1371600"/>
            <a:ext cx="1920240" cy="45720"/>
          </a:xfrm>
          <a:prstGeom prst="rect">
            <a:avLst/>
          </a:prstGeom>
          <a:solidFill>
            <a:srgbClr val="9F7AEA"/>
          </a:solidFill>
          <a:ln/>
        </p:spPr>
        <p:txBody>
          <a:bodyPr/>
          <a:lstStyle/>
          <a:p>
            <a:endParaRPr lang="en-US"/>
          </a:p>
        </p:txBody>
      </p:sp>
      <p:sp>
        <p:nvSpPr>
          <p:cNvPr id="18" name="Text 15"/>
          <p:cNvSpPr/>
          <p:nvPr/>
        </p:nvSpPr>
        <p:spPr>
          <a:xfrm>
            <a:off x="4754880" y="1508760"/>
            <a:ext cx="1920240" cy="594360"/>
          </a:xfrm>
          <a:prstGeom prst="rect">
            <a:avLst/>
          </a:prstGeom>
          <a:noFill/>
          <a:ln/>
        </p:spPr>
        <p:txBody>
          <a:bodyPr wrap="square" lIns="0" tIns="0" rIns="0" bIns="0" rtlCol="0" anchor="ctr"/>
          <a:lstStyle/>
          <a:p>
            <a:pPr marL="0" indent="0" algn="ctr">
              <a:buNone/>
            </a:pPr>
            <a:r>
              <a:rPr lang="en-US" sz="2800" b="1" dirty="0">
                <a:solidFill>
                  <a:srgbClr val="9F7AEA"/>
                </a:solidFill>
                <a:latin typeface="Avenir Book" panose="02000503020000020003" pitchFamily="2" charset="0"/>
                <a:ea typeface="Georgia" pitchFamily="34" charset="-122"/>
                <a:cs typeface="Georgia" pitchFamily="34" charset="-120"/>
              </a:rPr>
              <a:t>134,383</a:t>
            </a:r>
            <a:endParaRPr lang="en-US" sz="2800" dirty="0">
              <a:latin typeface="Avenir Book" panose="02000503020000020003" pitchFamily="2" charset="0"/>
            </a:endParaRPr>
          </a:p>
        </p:txBody>
      </p:sp>
      <p:sp>
        <p:nvSpPr>
          <p:cNvPr id="19" name="Text 16"/>
          <p:cNvSpPr/>
          <p:nvPr/>
        </p:nvSpPr>
        <p:spPr>
          <a:xfrm>
            <a:off x="4754880" y="20574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Line Items</a:t>
            </a:r>
            <a:endParaRPr lang="en-US" sz="1000" dirty="0">
              <a:latin typeface="Source Sans Pro" panose="020B0503030403020204" pitchFamily="34" charset="0"/>
              <a:ea typeface="Source Sans Pro" panose="020B0503030403020204" pitchFamily="34" charset="0"/>
            </a:endParaRPr>
          </a:p>
        </p:txBody>
      </p:sp>
      <p:sp>
        <p:nvSpPr>
          <p:cNvPr id="20" name="Shape 17"/>
          <p:cNvSpPr/>
          <p:nvPr/>
        </p:nvSpPr>
        <p:spPr>
          <a:xfrm>
            <a:off x="6903720" y="13716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1" name="Shape 18"/>
          <p:cNvSpPr/>
          <p:nvPr/>
        </p:nvSpPr>
        <p:spPr>
          <a:xfrm>
            <a:off x="6903720" y="1371600"/>
            <a:ext cx="1920240" cy="45720"/>
          </a:xfrm>
          <a:prstGeom prst="rect">
            <a:avLst/>
          </a:prstGeom>
          <a:solidFill>
            <a:srgbClr val="F4C652"/>
          </a:solidFill>
          <a:ln/>
        </p:spPr>
        <p:txBody>
          <a:bodyPr/>
          <a:lstStyle/>
          <a:p>
            <a:endParaRPr lang="en-US"/>
          </a:p>
        </p:txBody>
      </p:sp>
      <p:sp>
        <p:nvSpPr>
          <p:cNvPr id="22" name="Text 19"/>
          <p:cNvSpPr/>
          <p:nvPr/>
        </p:nvSpPr>
        <p:spPr>
          <a:xfrm>
            <a:off x="6903720" y="1508760"/>
            <a:ext cx="192024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Avenir Book" panose="02000503020000020003" pitchFamily="2" charset="0"/>
                <a:ea typeface="Georgia" pitchFamily="34" charset="-122"/>
                <a:cs typeface="Georgia" pitchFamily="34" charset="-120"/>
              </a:rPr>
              <a:t>1,163</a:t>
            </a:r>
            <a:endParaRPr lang="en-US" sz="2800" dirty="0">
              <a:latin typeface="Avenir Book" panose="02000503020000020003" pitchFamily="2" charset="0"/>
            </a:endParaRPr>
          </a:p>
        </p:txBody>
      </p:sp>
      <p:sp>
        <p:nvSpPr>
          <p:cNvPr id="23" name="Text 20"/>
          <p:cNvSpPr/>
          <p:nvPr/>
        </p:nvSpPr>
        <p:spPr>
          <a:xfrm>
            <a:off x="6903720" y="20574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Albums</a:t>
            </a:r>
            <a:endParaRPr lang="en-US" sz="1000" dirty="0">
              <a:latin typeface="Source Sans Pro" panose="020B0503030403020204" pitchFamily="34" charset="0"/>
              <a:ea typeface="Source Sans Pro" panose="020B0503030403020204" pitchFamily="34" charset="0"/>
            </a:endParaRPr>
          </a:p>
        </p:txBody>
      </p:sp>
      <p:sp>
        <p:nvSpPr>
          <p:cNvPr id="24" name="Shape 21"/>
          <p:cNvSpPr/>
          <p:nvPr/>
        </p:nvSpPr>
        <p:spPr>
          <a:xfrm>
            <a:off x="457200" y="27432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5" name="Shape 22"/>
          <p:cNvSpPr/>
          <p:nvPr/>
        </p:nvSpPr>
        <p:spPr>
          <a:xfrm>
            <a:off x="457200" y="2743200"/>
            <a:ext cx="1920240" cy="45720"/>
          </a:xfrm>
          <a:prstGeom prst="rect">
            <a:avLst/>
          </a:prstGeom>
          <a:solidFill>
            <a:srgbClr val="ED8936"/>
          </a:solidFill>
          <a:ln/>
        </p:spPr>
        <p:txBody>
          <a:bodyPr/>
          <a:lstStyle/>
          <a:p>
            <a:endParaRPr lang="en-US"/>
          </a:p>
        </p:txBody>
      </p:sp>
      <p:sp>
        <p:nvSpPr>
          <p:cNvPr id="26" name="Text 23"/>
          <p:cNvSpPr/>
          <p:nvPr/>
        </p:nvSpPr>
        <p:spPr>
          <a:xfrm>
            <a:off x="457200" y="2880360"/>
            <a:ext cx="1920240" cy="594360"/>
          </a:xfrm>
          <a:prstGeom prst="rect">
            <a:avLst/>
          </a:prstGeom>
          <a:noFill/>
          <a:ln/>
        </p:spPr>
        <p:txBody>
          <a:bodyPr wrap="square" lIns="0" tIns="0" rIns="0" bIns="0" rtlCol="0" anchor="ctr"/>
          <a:lstStyle/>
          <a:p>
            <a:pPr marL="0" indent="0" algn="ctr">
              <a:buNone/>
            </a:pPr>
            <a:r>
              <a:rPr lang="en-US" sz="2800" b="1" dirty="0">
                <a:solidFill>
                  <a:srgbClr val="ED8936"/>
                </a:solidFill>
                <a:latin typeface="Avenir Book" panose="02000503020000020003" pitchFamily="2" charset="0"/>
                <a:ea typeface="Georgia" pitchFamily="34" charset="-122"/>
                <a:cs typeface="Georgia" pitchFamily="34" charset="-120"/>
              </a:rPr>
              <a:t>200</a:t>
            </a:r>
            <a:endParaRPr lang="en-US" sz="2800" dirty="0">
              <a:latin typeface="Avenir Book" panose="02000503020000020003" pitchFamily="2" charset="0"/>
            </a:endParaRPr>
          </a:p>
        </p:txBody>
      </p:sp>
      <p:sp>
        <p:nvSpPr>
          <p:cNvPr id="27" name="Text 24"/>
          <p:cNvSpPr/>
          <p:nvPr/>
        </p:nvSpPr>
        <p:spPr>
          <a:xfrm>
            <a:off x="457200" y="34290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Vendors</a:t>
            </a:r>
            <a:endParaRPr lang="en-US" sz="1000" dirty="0">
              <a:latin typeface="Source Sans Pro" panose="020B0503030403020204" pitchFamily="34" charset="0"/>
              <a:ea typeface="Source Sans Pro" panose="020B0503030403020204" pitchFamily="34" charset="0"/>
            </a:endParaRPr>
          </a:p>
        </p:txBody>
      </p:sp>
      <p:sp>
        <p:nvSpPr>
          <p:cNvPr id="28" name="Shape 25"/>
          <p:cNvSpPr/>
          <p:nvPr/>
        </p:nvSpPr>
        <p:spPr>
          <a:xfrm>
            <a:off x="2606040" y="27432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9" name="Shape 26"/>
          <p:cNvSpPr/>
          <p:nvPr/>
        </p:nvSpPr>
        <p:spPr>
          <a:xfrm>
            <a:off x="2606040" y="2743200"/>
            <a:ext cx="1920240" cy="45720"/>
          </a:xfrm>
          <a:prstGeom prst="rect">
            <a:avLst/>
          </a:prstGeom>
          <a:solidFill>
            <a:srgbClr val="FF6B6B"/>
          </a:solidFill>
          <a:ln/>
        </p:spPr>
        <p:txBody>
          <a:bodyPr/>
          <a:lstStyle/>
          <a:p>
            <a:endParaRPr lang="en-US"/>
          </a:p>
        </p:txBody>
      </p:sp>
      <p:sp>
        <p:nvSpPr>
          <p:cNvPr id="30" name="Text 27"/>
          <p:cNvSpPr/>
          <p:nvPr/>
        </p:nvSpPr>
        <p:spPr>
          <a:xfrm>
            <a:off x="2606040" y="2880360"/>
            <a:ext cx="1920240" cy="594360"/>
          </a:xfrm>
          <a:prstGeom prst="rect">
            <a:avLst/>
          </a:prstGeom>
          <a:noFill/>
          <a:ln/>
        </p:spPr>
        <p:txBody>
          <a:bodyPr wrap="square" lIns="0" tIns="0" rIns="0" bIns="0" rtlCol="0" anchor="ctr"/>
          <a:lstStyle/>
          <a:p>
            <a:pPr marL="0" indent="0" algn="ctr">
              <a:buNone/>
            </a:pPr>
            <a:r>
              <a:rPr lang="en-US" sz="2800" b="1" dirty="0">
                <a:solidFill>
                  <a:srgbClr val="FF6B6B"/>
                </a:solidFill>
                <a:latin typeface="Avenir Book" panose="02000503020000020003" pitchFamily="2" charset="0"/>
                <a:ea typeface="Source Sans Pro" panose="020B0503030403020204" pitchFamily="34" charset="0"/>
                <a:cs typeface="Georgia" pitchFamily="34" charset="-120"/>
              </a:rPr>
              <a:t>10</a:t>
            </a:r>
            <a:endParaRPr lang="en-US" sz="2800" dirty="0">
              <a:latin typeface="Avenir Book" panose="02000503020000020003" pitchFamily="2" charset="0"/>
              <a:ea typeface="Source Sans Pro" panose="020B0503030403020204" pitchFamily="34" charset="0"/>
            </a:endParaRPr>
          </a:p>
        </p:txBody>
      </p:sp>
      <p:sp>
        <p:nvSpPr>
          <p:cNvPr id="31" name="Text 28"/>
          <p:cNvSpPr/>
          <p:nvPr/>
        </p:nvSpPr>
        <p:spPr>
          <a:xfrm>
            <a:off x="2606040" y="34290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Music Genres</a:t>
            </a:r>
            <a:endParaRPr lang="en-US" sz="1000" dirty="0">
              <a:latin typeface="Source Sans Pro" panose="020B0503030403020204" pitchFamily="34" charset="0"/>
              <a:ea typeface="Source Sans Pro" panose="020B0503030403020204" pitchFamily="34" charset="0"/>
            </a:endParaRPr>
          </a:p>
        </p:txBody>
      </p:sp>
      <p:sp>
        <p:nvSpPr>
          <p:cNvPr id="32" name="Shape 29"/>
          <p:cNvSpPr/>
          <p:nvPr/>
        </p:nvSpPr>
        <p:spPr>
          <a:xfrm>
            <a:off x="4754880" y="27432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33" name="Shape 30"/>
          <p:cNvSpPr/>
          <p:nvPr/>
        </p:nvSpPr>
        <p:spPr>
          <a:xfrm>
            <a:off x="4754880" y="2743200"/>
            <a:ext cx="1920240" cy="45720"/>
          </a:xfrm>
          <a:prstGeom prst="rect">
            <a:avLst/>
          </a:prstGeom>
          <a:solidFill>
            <a:srgbClr val="48BB78"/>
          </a:solidFill>
          <a:ln/>
        </p:spPr>
        <p:txBody>
          <a:bodyPr/>
          <a:lstStyle/>
          <a:p>
            <a:endParaRPr lang="en-US"/>
          </a:p>
        </p:txBody>
      </p:sp>
      <p:sp>
        <p:nvSpPr>
          <p:cNvPr id="34" name="Text 31"/>
          <p:cNvSpPr/>
          <p:nvPr/>
        </p:nvSpPr>
        <p:spPr>
          <a:xfrm>
            <a:off x="4754880" y="2880360"/>
            <a:ext cx="1920240" cy="594360"/>
          </a:xfrm>
          <a:prstGeom prst="rect">
            <a:avLst/>
          </a:prstGeom>
          <a:noFill/>
          <a:ln/>
        </p:spPr>
        <p:txBody>
          <a:bodyPr wrap="square" lIns="0" tIns="0" rIns="0" bIns="0" rtlCol="0" anchor="ctr"/>
          <a:lstStyle/>
          <a:p>
            <a:pPr marL="0" indent="0" algn="ctr">
              <a:buNone/>
            </a:pPr>
            <a:r>
              <a:rPr lang="en-US" sz="2800" b="1" dirty="0">
                <a:solidFill>
                  <a:srgbClr val="48BB78"/>
                </a:solidFill>
                <a:latin typeface="Avenir Book" panose="02000503020000020003" pitchFamily="2" charset="0"/>
                <a:ea typeface="Georgia" pitchFamily="34" charset="-122"/>
                <a:cs typeface="Georgia" pitchFamily="34" charset="-120"/>
              </a:rPr>
              <a:t>4 Years</a:t>
            </a:r>
            <a:endParaRPr lang="en-US" sz="2800" dirty="0">
              <a:latin typeface="Avenir Book" panose="02000503020000020003" pitchFamily="2" charset="0"/>
            </a:endParaRPr>
          </a:p>
        </p:txBody>
      </p:sp>
      <p:sp>
        <p:nvSpPr>
          <p:cNvPr id="35" name="Text 32"/>
          <p:cNvSpPr/>
          <p:nvPr/>
        </p:nvSpPr>
        <p:spPr>
          <a:xfrm>
            <a:off x="4754880" y="34290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2022–2025</a:t>
            </a:r>
            <a:endParaRPr lang="en-US" sz="1000" dirty="0">
              <a:latin typeface="Source Sans Pro" panose="020B0503030403020204" pitchFamily="34" charset="0"/>
              <a:ea typeface="Source Sans Pro" panose="020B0503030403020204" pitchFamily="34" charset="0"/>
            </a:endParaRPr>
          </a:p>
        </p:txBody>
      </p:sp>
      <p:sp>
        <p:nvSpPr>
          <p:cNvPr id="36" name="Shape 33"/>
          <p:cNvSpPr/>
          <p:nvPr/>
        </p:nvSpPr>
        <p:spPr>
          <a:xfrm>
            <a:off x="6903720" y="2743200"/>
            <a:ext cx="1920240" cy="10972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37" name="Shape 34"/>
          <p:cNvSpPr/>
          <p:nvPr/>
        </p:nvSpPr>
        <p:spPr>
          <a:xfrm>
            <a:off x="6903720" y="2743200"/>
            <a:ext cx="1920240" cy="45720"/>
          </a:xfrm>
          <a:prstGeom prst="rect">
            <a:avLst/>
          </a:prstGeom>
          <a:solidFill>
            <a:srgbClr val="00C2A8"/>
          </a:solidFill>
          <a:ln/>
        </p:spPr>
        <p:txBody>
          <a:bodyPr/>
          <a:lstStyle/>
          <a:p>
            <a:endParaRPr lang="en-US"/>
          </a:p>
        </p:txBody>
      </p:sp>
      <p:sp>
        <p:nvSpPr>
          <p:cNvPr id="38" name="Text 35"/>
          <p:cNvSpPr/>
          <p:nvPr/>
        </p:nvSpPr>
        <p:spPr>
          <a:xfrm>
            <a:off x="6903720" y="2880360"/>
            <a:ext cx="192024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2</a:t>
            </a:r>
            <a:endParaRPr lang="en-US" sz="2800" dirty="0">
              <a:latin typeface="Avenir Book" panose="02000503020000020003" pitchFamily="2" charset="0"/>
            </a:endParaRPr>
          </a:p>
        </p:txBody>
      </p:sp>
      <p:sp>
        <p:nvSpPr>
          <p:cNvPr id="39" name="Text 36"/>
          <p:cNvSpPr/>
          <p:nvPr/>
        </p:nvSpPr>
        <p:spPr>
          <a:xfrm>
            <a:off x="6903720" y="342900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Countries (US/CA)</a:t>
            </a:r>
            <a:endParaRPr lang="en-US" sz="1000" dirty="0">
              <a:latin typeface="Source Sans Pro" panose="020B0503030403020204" pitchFamily="34" charset="0"/>
              <a:ea typeface="Source Sans Pro" panose="020B0503030403020204" pitchFamily="34" charset="0"/>
            </a:endParaRPr>
          </a:p>
        </p:txBody>
      </p:sp>
      <p:sp>
        <p:nvSpPr>
          <p:cNvPr id="40" name="Text 37"/>
          <p:cNvSpPr/>
          <p:nvPr/>
        </p:nvSpPr>
        <p:spPr>
          <a:xfrm>
            <a:off x="457200" y="4069080"/>
            <a:ext cx="8229600" cy="365760"/>
          </a:xfrm>
          <a:prstGeom prst="rect">
            <a:avLst/>
          </a:prstGeom>
          <a:noFill/>
          <a:ln/>
        </p:spPr>
        <p:txBody>
          <a:bodyPr wrap="square" lIns="0" tIns="0" rIns="0" bIns="0" rtlCol="0" anchor="ctr"/>
          <a:lstStyle/>
          <a:p>
            <a:pPr marL="0" indent="0" algn="ctr">
              <a:buNone/>
            </a:pPr>
            <a:r>
              <a:rPr lang="en-US" sz="1000" i="1" dirty="0">
                <a:solidFill>
                  <a:srgbClr val="8896A8"/>
                </a:solidFill>
                <a:latin typeface="Source Sans Pro" panose="020B0503030403020204" pitchFamily="34" charset="0"/>
                <a:ea typeface="Source Sans Pro" panose="020B0503030403020204" pitchFamily="34" charset="0"/>
                <a:cs typeface="Calibri" pitchFamily="34" charset="-120"/>
              </a:rPr>
              <a:t>Genres: Pop, Rock, Jazz, Blues, Classical, Country, Hip Hop, Electronic, K-pop, Reggae</a:t>
            </a:r>
            <a:endParaRPr lang="en-US" sz="10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Sales Performance Overview</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Shape 5"/>
          <p:cNvSpPr/>
          <p:nvPr/>
        </p:nvSpPr>
        <p:spPr>
          <a:xfrm>
            <a:off x="457200" y="1325880"/>
            <a:ext cx="2560320" cy="11887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25880"/>
            <a:ext cx="2560320" cy="45720"/>
          </a:xfrm>
          <a:prstGeom prst="rect">
            <a:avLst/>
          </a:prstGeom>
          <a:solidFill>
            <a:srgbClr val="00C2A8"/>
          </a:solidFill>
          <a:ln/>
        </p:spPr>
        <p:txBody>
          <a:bodyPr/>
          <a:lstStyle/>
          <a:p>
            <a:endParaRPr lang="en-US"/>
          </a:p>
        </p:txBody>
      </p:sp>
      <p:sp>
        <p:nvSpPr>
          <p:cNvPr id="10" name="Text 7"/>
          <p:cNvSpPr/>
          <p:nvPr/>
        </p:nvSpPr>
        <p:spPr>
          <a:xfrm>
            <a:off x="457200" y="1463040"/>
            <a:ext cx="256032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$1.73M</a:t>
            </a:r>
            <a:endParaRPr lang="en-US" sz="2800" dirty="0">
              <a:latin typeface="Avenir Book" panose="02000503020000020003" pitchFamily="2" charset="0"/>
            </a:endParaRPr>
          </a:p>
        </p:txBody>
      </p:sp>
      <p:sp>
        <p:nvSpPr>
          <p:cNvPr id="11" name="Text 8"/>
          <p:cNvSpPr/>
          <p:nvPr/>
        </p:nvSpPr>
        <p:spPr>
          <a:xfrm>
            <a:off x="45720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Total Revenue</a:t>
            </a:r>
            <a:endParaRPr lang="en-US" sz="1000" dirty="0">
              <a:latin typeface="Source Sans Pro" panose="020B0503030403020204" pitchFamily="34" charset="0"/>
              <a:ea typeface="Source Sans Pro" panose="020B0503030403020204" pitchFamily="34" charset="0"/>
            </a:endParaRPr>
          </a:p>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(2022–2025)</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3291840" y="1325880"/>
            <a:ext cx="2560320" cy="11887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3291840" y="1325880"/>
            <a:ext cx="2560320" cy="45720"/>
          </a:xfrm>
          <a:prstGeom prst="rect">
            <a:avLst/>
          </a:prstGeom>
          <a:solidFill>
            <a:srgbClr val="4299E1"/>
          </a:solidFill>
          <a:ln/>
        </p:spPr>
        <p:txBody>
          <a:bodyPr/>
          <a:lstStyle/>
          <a:p>
            <a:endParaRPr lang="en-US"/>
          </a:p>
        </p:txBody>
      </p:sp>
      <p:sp>
        <p:nvSpPr>
          <p:cNvPr id="14" name="Text 11"/>
          <p:cNvSpPr/>
          <p:nvPr/>
        </p:nvSpPr>
        <p:spPr>
          <a:xfrm>
            <a:off x="3291840" y="1463040"/>
            <a:ext cx="2560320" cy="594360"/>
          </a:xfrm>
          <a:prstGeom prst="rect">
            <a:avLst/>
          </a:prstGeom>
          <a:noFill/>
          <a:ln/>
        </p:spPr>
        <p:txBody>
          <a:bodyPr wrap="square" lIns="0" tIns="0" rIns="0" bIns="0" rtlCol="0" anchor="ctr"/>
          <a:lstStyle/>
          <a:p>
            <a:pPr marL="0" indent="0" algn="ctr">
              <a:buNone/>
            </a:pPr>
            <a:r>
              <a:rPr lang="en-US" sz="2800" b="1" dirty="0">
                <a:solidFill>
                  <a:srgbClr val="4299E1"/>
                </a:solidFill>
                <a:latin typeface="Avenir Book" panose="02000503020000020003" pitchFamily="2" charset="0"/>
                <a:ea typeface="Georgia" pitchFamily="34" charset="-122"/>
                <a:cs typeface="Georgia" pitchFamily="34" charset="-120"/>
              </a:rPr>
              <a:t>55,580+</a:t>
            </a:r>
            <a:endParaRPr lang="en-US" sz="2800" dirty="0">
              <a:latin typeface="Avenir Book" panose="02000503020000020003" pitchFamily="2" charset="0"/>
            </a:endParaRPr>
          </a:p>
        </p:txBody>
      </p:sp>
      <p:sp>
        <p:nvSpPr>
          <p:cNvPr id="15" name="Text 12"/>
          <p:cNvSpPr/>
          <p:nvPr/>
        </p:nvSpPr>
        <p:spPr>
          <a:xfrm>
            <a:off x="329184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Total Orders</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6126480" y="1325880"/>
            <a:ext cx="2560320" cy="118872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6126480" y="1325880"/>
            <a:ext cx="2560320" cy="45720"/>
          </a:xfrm>
          <a:prstGeom prst="rect">
            <a:avLst/>
          </a:prstGeom>
          <a:solidFill>
            <a:srgbClr val="F4C652"/>
          </a:solidFill>
          <a:ln/>
        </p:spPr>
        <p:txBody>
          <a:bodyPr/>
          <a:lstStyle/>
          <a:p>
            <a:endParaRPr lang="en-US"/>
          </a:p>
        </p:txBody>
      </p:sp>
      <p:sp>
        <p:nvSpPr>
          <p:cNvPr id="18" name="Text 15"/>
          <p:cNvSpPr/>
          <p:nvPr/>
        </p:nvSpPr>
        <p:spPr>
          <a:xfrm>
            <a:off x="6126480" y="1463040"/>
            <a:ext cx="256032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Avenir Book" panose="02000503020000020003" pitchFamily="2" charset="0"/>
                <a:ea typeface="Georgia" pitchFamily="34" charset="-122"/>
                <a:cs typeface="Georgia" pitchFamily="34" charset="-120"/>
              </a:rPr>
              <a:t>$31.12</a:t>
            </a:r>
            <a:endParaRPr lang="en-US" sz="2800" dirty="0">
              <a:latin typeface="Avenir Book" panose="02000503020000020003" pitchFamily="2" charset="0"/>
            </a:endParaRPr>
          </a:p>
        </p:txBody>
      </p:sp>
      <p:sp>
        <p:nvSpPr>
          <p:cNvPr id="19" name="Text 16"/>
          <p:cNvSpPr/>
          <p:nvPr/>
        </p:nvSpPr>
        <p:spPr>
          <a:xfrm>
            <a:off x="612648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Avg Order Value</a:t>
            </a:r>
            <a:endParaRPr lang="en-US" sz="1000" dirty="0">
              <a:latin typeface="Source Sans Pro" panose="020B0503030403020204" pitchFamily="34" charset="0"/>
              <a:ea typeface="Source Sans Pro" panose="020B0503030403020204" pitchFamily="34" charset="0"/>
            </a:endParaRPr>
          </a:p>
        </p:txBody>
      </p:sp>
      <p:graphicFrame>
        <p:nvGraphicFramePr>
          <p:cNvPr id="20" name="Chart 0"/>
          <p:cNvGraphicFramePr/>
          <p:nvPr>
            <p:extLst>
              <p:ext uri="{D42A27DB-BD31-4B8C-83A1-F6EECF244321}">
                <p14:modId xmlns:p14="http://schemas.microsoft.com/office/powerpoint/2010/main" val="4234167376"/>
              </p:ext>
            </p:extLst>
          </p:nvPr>
        </p:nvGraphicFramePr>
        <p:xfrm>
          <a:off x="457200" y="2743200"/>
          <a:ext cx="5029200" cy="182880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p:nvPr/>
        </p:nvSpPr>
        <p:spPr>
          <a:xfrm>
            <a:off x="5760720" y="2926080"/>
            <a:ext cx="3017520" cy="1371600"/>
          </a:xfrm>
          <a:prstGeom prst="rect">
            <a:avLst/>
          </a:prstGeom>
          <a:noFill/>
          <a:ln/>
        </p:spPr>
        <p:txBody>
          <a:bodyPr wrap="square" lIns="0" tIns="0" rIns="0" bIns="0" rtlCol="0" anchor="t"/>
          <a:lstStyle/>
          <a:p>
            <a:pPr marL="0" indent="0">
              <a:buNone/>
            </a:pPr>
            <a:r>
              <a:rPr lang="en-US" sz="1100" b="1" dirty="0">
                <a:solidFill>
                  <a:srgbClr val="48BB78"/>
                </a:solidFill>
                <a:latin typeface="Source Sans Pro" panose="020B0503030403020204" pitchFamily="34" charset="0"/>
                <a:ea typeface="Source Sans Pro" panose="020B0503030403020204" pitchFamily="34" charset="0"/>
                <a:cs typeface="Calibri" pitchFamily="34" charset="-120"/>
              </a:rPr>
              <a:t>7.8% YoY growth </a:t>
            </a:r>
            <a:r>
              <a:rPr lang="en-US" sz="1100" dirty="0">
                <a:solidFill>
                  <a:srgbClr val="8896A8"/>
                </a:solidFill>
                <a:latin typeface="Source Sans Pro" panose="020B0503030403020204" pitchFamily="34" charset="0"/>
                <a:ea typeface="Source Sans Pro" panose="020B0503030403020204" pitchFamily="34" charset="0"/>
                <a:cs typeface="Calibri" pitchFamily="34" charset="-120"/>
              </a:rPr>
              <a:t>(2023→2024)</a:t>
            </a:r>
            <a:endParaRPr lang="en-US" sz="1100" dirty="0">
              <a:latin typeface="Source Sans Pro" panose="020B0503030403020204" pitchFamily="34" charset="0"/>
              <a:ea typeface="Source Sans Pro" panose="020B0503030403020204" pitchFamily="34" charset="0"/>
            </a:endParaRPr>
          </a:p>
          <a:p>
            <a:pPr marL="0" indent="0">
              <a:buNone/>
            </a:pPr>
            <a:r>
              <a:rPr lang="en-US" sz="900" dirty="0">
                <a:solidFill>
                  <a:srgbClr val="8896A8"/>
                </a:solidFill>
                <a:latin typeface="Source Sans Pro" panose="020B0503030403020204" pitchFamily="34" charset="0"/>
                <a:ea typeface="Source Sans Pro" panose="020B0503030403020204" pitchFamily="34" charset="0"/>
                <a:cs typeface="Calibri" pitchFamily="34" charset="-120"/>
              </a:rPr>
              <a:t>*2025 is partial year data (Jan–May)</a:t>
            </a:r>
            <a:endParaRPr lang="en-US" sz="11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Time-Series Trends: Monthly Revenue</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graphicFrame>
        <p:nvGraphicFramePr>
          <p:cNvPr id="8" name="Chart 0"/>
          <p:cNvGraphicFramePr/>
          <p:nvPr/>
        </p:nvGraphicFramePr>
        <p:xfrm>
          <a:off x="365760" y="1280160"/>
          <a:ext cx="841248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457200" y="4023360"/>
            <a:ext cx="8229600" cy="5943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10" name="Image 1" descr="preencoded.png"/>
          <p:cNvPicPr>
            <a:picLocks noChangeAspect="1"/>
          </p:cNvPicPr>
          <p:nvPr/>
        </p:nvPicPr>
        <p:blipFill>
          <a:blip r:embed="rId5"/>
          <a:stretch>
            <a:fillRect/>
          </a:stretch>
        </p:blipFill>
        <p:spPr>
          <a:xfrm>
            <a:off x="640080" y="4114800"/>
            <a:ext cx="320040" cy="320040"/>
          </a:xfrm>
          <a:prstGeom prst="rect">
            <a:avLst/>
          </a:prstGeom>
        </p:spPr>
      </p:pic>
      <p:sp>
        <p:nvSpPr>
          <p:cNvPr id="11" name="Text 6"/>
          <p:cNvSpPr/>
          <p:nvPr/>
        </p:nvSpPr>
        <p:spPr>
          <a:xfrm>
            <a:off x="1097280" y="4023360"/>
            <a:ext cx="7406640" cy="594360"/>
          </a:xfrm>
          <a:prstGeom prst="rect">
            <a:avLst/>
          </a:prstGeom>
          <a:noFill/>
          <a:ln/>
        </p:spPr>
        <p:txBody>
          <a:bodyPr wrap="square" lIns="0" tIns="0" rIns="0" bIns="0" rtlCol="0" anchor="ctr"/>
          <a:lstStyle/>
          <a:p>
            <a:pPr marL="0" indent="0">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Revenue shows stable baseline of ~$41K/month with an upward inflection in mid-2024, peaking at $46K in July 2024. Peak order days reach 76 orders (Aug &amp; Mar 2024).</a:t>
            </a:r>
            <a:endParaRPr lang="en-US" sz="105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Channel Analysis: Online vs Store Pickup</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graphicFrame>
        <p:nvGraphicFramePr>
          <p:cNvPr id="8" name="Chart 0"/>
          <p:cNvGraphicFramePr/>
          <p:nvPr>
            <p:extLst>
              <p:ext uri="{D42A27DB-BD31-4B8C-83A1-F6EECF244321}">
                <p14:modId xmlns:p14="http://schemas.microsoft.com/office/powerpoint/2010/main" val="3559069528"/>
              </p:ext>
            </p:extLst>
          </p:nvPr>
        </p:nvGraphicFramePr>
        <p:xfrm>
          <a:off x="274320" y="137160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4846320" y="1371600"/>
            <a:ext cx="3840480" cy="365760"/>
          </a:xfrm>
          <a:prstGeom prst="rect">
            <a:avLst/>
          </a:prstGeom>
          <a:noFill/>
          <a:ln/>
        </p:spPr>
        <p:txBody>
          <a:bodyPr wrap="square" lIns="0" tIns="0" rIns="0" bIns="0" rtlCol="0" anchor="ctr"/>
          <a:lstStyle/>
          <a:p>
            <a:pPr marL="0" indent="0">
              <a:buNone/>
            </a:pPr>
            <a:r>
              <a:rPr lang="en-US" sz="1600" b="1" dirty="0">
                <a:solidFill>
                  <a:srgbClr val="0F1B2D"/>
                </a:solidFill>
                <a:latin typeface="Avenir Book" panose="02000503020000020003" pitchFamily="2" charset="0"/>
                <a:ea typeface="Georgia" pitchFamily="34" charset="-122"/>
                <a:cs typeface="Georgia" pitchFamily="34" charset="-120"/>
              </a:rPr>
              <a:t>Channel Breakdown</a:t>
            </a:r>
            <a:endParaRPr lang="en-US" sz="1600" dirty="0">
              <a:latin typeface="Avenir Book" panose="02000503020000020003" pitchFamily="2" charset="0"/>
            </a:endParaRPr>
          </a:p>
        </p:txBody>
      </p:sp>
      <p:sp>
        <p:nvSpPr>
          <p:cNvPr id="10" name="Shape 6"/>
          <p:cNvSpPr/>
          <p:nvPr/>
        </p:nvSpPr>
        <p:spPr>
          <a:xfrm>
            <a:off x="4846320" y="1920240"/>
            <a:ext cx="384048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1" name="Shape 7"/>
          <p:cNvSpPr/>
          <p:nvPr/>
        </p:nvSpPr>
        <p:spPr>
          <a:xfrm>
            <a:off x="4846320" y="1920240"/>
            <a:ext cx="54864" cy="868680"/>
          </a:xfrm>
          <a:prstGeom prst="rect">
            <a:avLst/>
          </a:prstGeom>
          <a:solidFill>
            <a:srgbClr val="00C2A8"/>
          </a:solidFill>
          <a:ln/>
        </p:spPr>
        <p:txBody>
          <a:bodyPr/>
          <a:lstStyle/>
          <a:p>
            <a:endParaRPr lang="en-US"/>
          </a:p>
        </p:txBody>
      </p:sp>
      <p:sp>
        <p:nvSpPr>
          <p:cNvPr id="12" name="Text 8"/>
          <p:cNvSpPr/>
          <p:nvPr/>
        </p:nvSpPr>
        <p:spPr>
          <a:xfrm>
            <a:off x="5074920" y="1993392"/>
            <a:ext cx="1097280" cy="365760"/>
          </a:xfrm>
          <a:prstGeom prst="rect">
            <a:avLst/>
          </a:prstGeom>
          <a:noFill/>
          <a:ln/>
        </p:spPr>
        <p:txBody>
          <a:bodyPr wrap="square" lIns="0" tIns="0" rIns="0" bIns="0" rtlCol="0" anchor="ctr"/>
          <a:lstStyle/>
          <a:p>
            <a:pPr marL="0" indent="0">
              <a:buNone/>
            </a:pPr>
            <a:r>
              <a:rPr lang="en-US" sz="2200" b="1" dirty="0">
                <a:solidFill>
                  <a:srgbClr val="00C2A8"/>
                </a:solidFill>
                <a:latin typeface="Avenir Book" panose="02000503020000020003" pitchFamily="2" charset="0"/>
                <a:ea typeface="Georgia" pitchFamily="34" charset="-122"/>
                <a:cs typeface="Georgia" pitchFamily="34" charset="-120"/>
              </a:rPr>
              <a:t>78.6</a:t>
            </a:r>
            <a:r>
              <a:rPr lang="en-US" sz="2200" b="1" dirty="0">
                <a:solidFill>
                  <a:srgbClr val="00C2A8"/>
                </a:solidFill>
                <a:latin typeface="Georgia" pitchFamily="34" charset="0"/>
                <a:ea typeface="Georgia" pitchFamily="34" charset="-122"/>
                <a:cs typeface="Georgia" pitchFamily="34" charset="-120"/>
              </a:rPr>
              <a:t>%</a:t>
            </a:r>
            <a:endParaRPr lang="en-US" sz="2200" dirty="0"/>
          </a:p>
        </p:txBody>
      </p:sp>
      <p:sp>
        <p:nvSpPr>
          <p:cNvPr id="13" name="Text 9"/>
          <p:cNvSpPr/>
          <p:nvPr/>
        </p:nvSpPr>
        <p:spPr>
          <a:xfrm>
            <a:off x="6217920" y="1993392"/>
            <a:ext cx="2286000" cy="320040"/>
          </a:xfrm>
          <a:prstGeom prst="rect">
            <a:avLst/>
          </a:prstGeom>
          <a:noFill/>
          <a:ln/>
        </p:spPr>
        <p:txBody>
          <a:bodyPr wrap="square" lIns="0" tIns="0" rIns="0" bIns="0" rtlCol="0" anchor="ctr"/>
          <a:lstStyle/>
          <a:p>
            <a:pPr marL="0" indent="0">
              <a:buNone/>
            </a:pPr>
            <a:r>
              <a:rPr lang="en-US" sz="1300" b="1" dirty="0">
                <a:solidFill>
                  <a:srgbClr val="0F1B2D"/>
                </a:solidFill>
                <a:latin typeface="Source Sans Pro" panose="020B0503030403020204" pitchFamily="34" charset="0"/>
                <a:ea typeface="Source Sans Pro" panose="020B0503030403020204" pitchFamily="34" charset="0"/>
                <a:cs typeface="Calibri" pitchFamily="34" charset="-120"/>
              </a:rPr>
              <a:t>Online</a:t>
            </a:r>
            <a:endParaRPr lang="en-US" sz="1300" dirty="0">
              <a:latin typeface="Source Sans Pro" panose="020B0503030403020204" pitchFamily="34" charset="0"/>
              <a:ea typeface="Source Sans Pro" panose="020B0503030403020204" pitchFamily="34" charset="0"/>
            </a:endParaRPr>
          </a:p>
        </p:txBody>
      </p:sp>
      <p:sp>
        <p:nvSpPr>
          <p:cNvPr id="14" name="Text 10"/>
          <p:cNvSpPr/>
          <p:nvPr/>
        </p:nvSpPr>
        <p:spPr>
          <a:xfrm>
            <a:off x="5074920" y="2395728"/>
            <a:ext cx="3474720" cy="32004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43,675 orders — dominant digital-first channel</a:t>
            </a:r>
            <a:endParaRPr lang="en-US" sz="1000" dirty="0">
              <a:latin typeface="Source Sans Pro" panose="020B0503030403020204" pitchFamily="34" charset="0"/>
              <a:ea typeface="Source Sans Pro" panose="020B0503030403020204" pitchFamily="34" charset="0"/>
            </a:endParaRPr>
          </a:p>
        </p:txBody>
      </p:sp>
      <p:sp>
        <p:nvSpPr>
          <p:cNvPr id="15" name="Shape 11"/>
          <p:cNvSpPr/>
          <p:nvPr/>
        </p:nvSpPr>
        <p:spPr>
          <a:xfrm>
            <a:off x="4846320" y="3017520"/>
            <a:ext cx="384048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6" name="Shape 12"/>
          <p:cNvSpPr/>
          <p:nvPr/>
        </p:nvSpPr>
        <p:spPr>
          <a:xfrm>
            <a:off x="4846320" y="3017520"/>
            <a:ext cx="54864" cy="868680"/>
          </a:xfrm>
          <a:prstGeom prst="rect">
            <a:avLst/>
          </a:prstGeom>
          <a:solidFill>
            <a:srgbClr val="F4C652"/>
          </a:solidFill>
          <a:ln/>
        </p:spPr>
        <p:txBody>
          <a:bodyPr/>
          <a:lstStyle/>
          <a:p>
            <a:endParaRPr lang="en-US"/>
          </a:p>
        </p:txBody>
      </p:sp>
      <p:sp>
        <p:nvSpPr>
          <p:cNvPr id="17" name="Text 13"/>
          <p:cNvSpPr/>
          <p:nvPr/>
        </p:nvSpPr>
        <p:spPr>
          <a:xfrm>
            <a:off x="5074920" y="3090672"/>
            <a:ext cx="1097280" cy="365760"/>
          </a:xfrm>
          <a:prstGeom prst="rect">
            <a:avLst/>
          </a:prstGeom>
          <a:noFill/>
          <a:ln/>
        </p:spPr>
        <p:txBody>
          <a:bodyPr wrap="square" lIns="0" tIns="0" rIns="0" bIns="0" rtlCol="0" anchor="ctr"/>
          <a:lstStyle/>
          <a:p>
            <a:pPr marL="0" indent="0">
              <a:buNone/>
            </a:pPr>
            <a:r>
              <a:rPr lang="en-US" sz="2200" b="1" dirty="0">
                <a:solidFill>
                  <a:srgbClr val="F4C652"/>
                </a:solidFill>
                <a:latin typeface="Avenir Book" panose="02000503020000020003" pitchFamily="2" charset="0"/>
                <a:ea typeface="Georgia" pitchFamily="34" charset="-122"/>
                <a:cs typeface="Georgia" pitchFamily="34" charset="-120"/>
              </a:rPr>
              <a:t>21.4</a:t>
            </a:r>
            <a:r>
              <a:rPr lang="en-US" sz="2200" b="1" dirty="0">
                <a:solidFill>
                  <a:srgbClr val="F4C652"/>
                </a:solidFill>
                <a:latin typeface="Georgia" pitchFamily="34" charset="0"/>
                <a:ea typeface="Georgia" pitchFamily="34" charset="-122"/>
                <a:cs typeface="Georgia" pitchFamily="34" charset="-120"/>
              </a:rPr>
              <a:t>%</a:t>
            </a:r>
            <a:endParaRPr lang="en-US" sz="2200" dirty="0"/>
          </a:p>
        </p:txBody>
      </p:sp>
      <p:sp>
        <p:nvSpPr>
          <p:cNvPr id="18" name="Text 14"/>
          <p:cNvSpPr/>
          <p:nvPr/>
        </p:nvSpPr>
        <p:spPr>
          <a:xfrm>
            <a:off x="6217920" y="3090672"/>
            <a:ext cx="2286000" cy="320040"/>
          </a:xfrm>
          <a:prstGeom prst="rect">
            <a:avLst/>
          </a:prstGeom>
          <a:noFill/>
          <a:ln/>
        </p:spPr>
        <p:txBody>
          <a:bodyPr wrap="square" lIns="0" tIns="0" rIns="0" bIns="0" rtlCol="0" anchor="ctr"/>
          <a:lstStyle/>
          <a:p>
            <a:pPr marL="0" indent="0">
              <a:buNone/>
            </a:pPr>
            <a:r>
              <a:rPr lang="en-US" sz="1300" b="1" dirty="0">
                <a:solidFill>
                  <a:srgbClr val="0F1B2D"/>
                </a:solidFill>
                <a:latin typeface="Source Sans Pro" panose="020B0503030403020204" pitchFamily="34" charset="0"/>
                <a:ea typeface="Source Sans Pro" panose="020B0503030403020204" pitchFamily="34" charset="0"/>
                <a:cs typeface="Calibri" pitchFamily="34" charset="-120"/>
              </a:rPr>
              <a:t>Store Pickup</a:t>
            </a:r>
            <a:endParaRPr lang="en-US" sz="1300" dirty="0">
              <a:latin typeface="Source Sans Pro" panose="020B0503030403020204" pitchFamily="34" charset="0"/>
              <a:ea typeface="Source Sans Pro" panose="020B0503030403020204" pitchFamily="34" charset="0"/>
            </a:endParaRPr>
          </a:p>
        </p:txBody>
      </p:sp>
      <p:sp>
        <p:nvSpPr>
          <p:cNvPr id="19" name="Text 15"/>
          <p:cNvSpPr/>
          <p:nvPr/>
        </p:nvSpPr>
        <p:spPr>
          <a:xfrm>
            <a:off x="5074920" y="3493008"/>
            <a:ext cx="3474720" cy="32004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11,905 orders — physical touchpoint for local customers</a:t>
            </a:r>
            <a:endParaRPr lang="en-US" sz="1000" dirty="0">
              <a:latin typeface="Source Sans Pro" panose="020B0503030403020204" pitchFamily="34" charset="0"/>
              <a:ea typeface="Source Sans Pro" panose="020B0503030403020204" pitchFamily="34" charset="0"/>
            </a:endParaRPr>
          </a:p>
        </p:txBody>
      </p:sp>
      <p:sp>
        <p:nvSpPr>
          <p:cNvPr id="20" name="Shape 16"/>
          <p:cNvSpPr/>
          <p:nvPr/>
        </p:nvSpPr>
        <p:spPr>
          <a:xfrm>
            <a:off x="4846320" y="4114800"/>
            <a:ext cx="3840480" cy="502920"/>
          </a:xfrm>
          <a:prstGeom prst="rect">
            <a:avLst/>
          </a:prstGeom>
          <a:solidFill>
            <a:srgbClr val="0F1B2D"/>
          </a:solidFill>
          <a:ln/>
        </p:spPr>
        <p:txBody>
          <a:bodyPr/>
          <a:lstStyle/>
          <a:p>
            <a:endParaRPr lang="en-US"/>
          </a:p>
        </p:txBody>
      </p:sp>
      <p:sp>
        <p:nvSpPr>
          <p:cNvPr id="21" name="Text 17"/>
          <p:cNvSpPr/>
          <p:nvPr/>
        </p:nvSpPr>
        <p:spPr>
          <a:xfrm>
            <a:off x="4983480" y="4114800"/>
            <a:ext cx="3566160" cy="502920"/>
          </a:xfrm>
          <a:prstGeom prst="rect">
            <a:avLst/>
          </a:prstGeom>
          <a:noFill/>
          <a:ln/>
        </p:spPr>
        <p:txBody>
          <a:bodyPr wrap="square" lIns="0" tIns="0" rIns="0" bIns="0" rtlCol="0" anchor="ctr"/>
          <a:lstStyle/>
          <a:p>
            <a:pPr marL="0" indent="0">
              <a:buNone/>
            </a:pPr>
            <a:r>
              <a:rPr lang="en-US" sz="950" dirty="0">
                <a:solidFill>
                  <a:srgbClr val="D1D9E6"/>
                </a:solidFill>
                <a:latin typeface="Source Sans Pro" panose="020B0503030403020204" pitchFamily="34" charset="0"/>
                <a:ea typeface="Source Sans Pro" panose="020B0503030403020204" pitchFamily="34" charset="0"/>
                <a:cs typeface="Calibri" pitchFamily="34" charset="-120"/>
              </a:rPr>
              <a:t>Digital-first model aligns with modern retail trends while maintaining physical presence for customer acquisition.</a:t>
            </a:r>
            <a:endParaRPr lang="en-US" sz="95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Geographic Distribution</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Shape 5"/>
          <p:cNvSpPr/>
          <p:nvPr/>
        </p:nvSpPr>
        <p:spPr>
          <a:xfrm>
            <a:off x="45720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25880"/>
            <a:ext cx="2560320" cy="45720"/>
          </a:xfrm>
          <a:prstGeom prst="rect">
            <a:avLst/>
          </a:prstGeom>
          <a:solidFill>
            <a:srgbClr val="00C2A8"/>
          </a:solidFill>
          <a:ln/>
        </p:spPr>
        <p:txBody>
          <a:bodyPr/>
          <a:lstStyle/>
          <a:p>
            <a:endParaRPr lang="en-US"/>
          </a:p>
        </p:txBody>
      </p:sp>
      <p:sp>
        <p:nvSpPr>
          <p:cNvPr id="10" name="Text 7"/>
          <p:cNvSpPr/>
          <p:nvPr/>
        </p:nvSpPr>
        <p:spPr>
          <a:xfrm>
            <a:off x="457200" y="1463040"/>
            <a:ext cx="256032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15,049</a:t>
            </a:r>
            <a:endParaRPr lang="en-US" sz="2800" dirty="0">
              <a:latin typeface="Avenir Book" panose="02000503020000020003" pitchFamily="2" charset="0"/>
            </a:endParaRPr>
          </a:p>
        </p:txBody>
      </p:sp>
      <p:sp>
        <p:nvSpPr>
          <p:cNvPr id="11" name="Text 8"/>
          <p:cNvSpPr/>
          <p:nvPr/>
        </p:nvSpPr>
        <p:spPr>
          <a:xfrm>
            <a:off x="45720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Canada Customers</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329184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3291840" y="1325880"/>
            <a:ext cx="2560320" cy="45720"/>
          </a:xfrm>
          <a:prstGeom prst="rect">
            <a:avLst/>
          </a:prstGeom>
          <a:solidFill>
            <a:srgbClr val="4299E1"/>
          </a:solidFill>
          <a:ln/>
        </p:spPr>
        <p:txBody>
          <a:bodyPr/>
          <a:lstStyle/>
          <a:p>
            <a:endParaRPr lang="en-US"/>
          </a:p>
        </p:txBody>
      </p:sp>
      <p:sp>
        <p:nvSpPr>
          <p:cNvPr id="14" name="Text 11"/>
          <p:cNvSpPr/>
          <p:nvPr/>
        </p:nvSpPr>
        <p:spPr>
          <a:xfrm>
            <a:off x="3291840" y="1463040"/>
            <a:ext cx="2560320" cy="594360"/>
          </a:xfrm>
          <a:prstGeom prst="rect">
            <a:avLst/>
          </a:prstGeom>
          <a:noFill/>
          <a:ln/>
        </p:spPr>
        <p:txBody>
          <a:bodyPr wrap="square" lIns="0" tIns="0" rIns="0" bIns="0" rtlCol="0" anchor="ctr"/>
          <a:lstStyle/>
          <a:p>
            <a:pPr marL="0" indent="0" algn="ctr">
              <a:buNone/>
            </a:pPr>
            <a:r>
              <a:rPr lang="en-US" sz="2800" b="1" dirty="0">
                <a:solidFill>
                  <a:srgbClr val="4299E1"/>
                </a:solidFill>
                <a:latin typeface="Avenir Book" panose="02000503020000020003" pitchFamily="2" charset="0"/>
                <a:ea typeface="Georgia" pitchFamily="34" charset="-122"/>
                <a:cs typeface="Georgia" pitchFamily="34" charset="-120"/>
              </a:rPr>
              <a:t>14,951</a:t>
            </a:r>
            <a:endParaRPr lang="en-US" sz="2800" dirty="0">
              <a:latin typeface="Avenir Book" panose="02000503020000020003" pitchFamily="2" charset="0"/>
            </a:endParaRPr>
          </a:p>
        </p:txBody>
      </p:sp>
      <p:sp>
        <p:nvSpPr>
          <p:cNvPr id="15" name="Text 12"/>
          <p:cNvSpPr/>
          <p:nvPr/>
        </p:nvSpPr>
        <p:spPr>
          <a:xfrm>
            <a:off x="329184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US Customers</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612648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6126480" y="1325880"/>
            <a:ext cx="2560320" cy="45720"/>
          </a:xfrm>
          <a:prstGeom prst="rect">
            <a:avLst/>
          </a:prstGeom>
          <a:solidFill>
            <a:srgbClr val="F4C652"/>
          </a:solidFill>
          <a:ln/>
        </p:spPr>
        <p:txBody>
          <a:bodyPr/>
          <a:lstStyle/>
          <a:p>
            <a:endParaRPr lang="en-US"/>
          </a:p>
        </p:txBody>
      </p:sp>
      <p:sp>
        <p:nvSpPr>
          <p:cNvPr id="18" name="Text 15"/>
          <p:cNvSpPr/>
          <p:nvPr/>
        </p:nvSpPr>
        <p:spPr>
          <a:xfrm>
            <a:off x="6126480" y="1463040"/>
            <a:ext cx="256032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Avenir Book" panose="02000503020000020003" pitchFamily="2" charset="0"/>
                <a:ea typeface="Georgia" pitchFamily="34" charset="-122"/>
                <a:cs typeface="Georgia" pitchFamily="34" charset="-120"/>
              </a:rPr>
              <a:t>50 / 50</a:t>
            </a:r>
            <a:endParaRPr lang="en-US" sz="2800" dirty="0">
              <a:latin typeface="Avenir Book" panose="02000503020000020003" pitchFamily="2" charset="0"/>
            </a:endParaRPr>
          </a:p>
        </p:txBody>
      </p:sp>
      <p:sp>
        <p:nvSpPr>
          <p:cNvPr id="19" name="Text 16"/>
          <p:cNvSpPr/>
          <p:nvPr/>
        </p:nvSpPr>
        <p:spPr>
          <a:xfrm>
            <a:off x="612648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Market Split</a:t>
            </a:r>
            <a:endParaRPr lang="en-US" sz="1000" dirty="0">
              <a:latin typeface="Source Sans Pro" panose="020B0503030403020204" pitchFamily="34" charset="0"/>
              <a:ea typeface="Source Sans Pro" panose="020B0503030403020204" pitchFamily="34" charset="0"/>
            </a:endParaRPr>
          </a:p>
        </p:txBody>
      </p:sp>
      <p:sp>
        <p:nvSpPr>
          <p:cNvPr id="20" name="Text 17"/>
          <p:cNvSpPr/>
          <p:nvPr/>
        </p:nvSpPr>
        <p:spPr>
          <a:xfrm>
            <a:off x="548640" y="2651760"/>
            <a:ext cx="4114800" cy="320040"/>
          </a:xfrm>
          <a:prstGeom prst="rect">
            <a:avLst/>
          </a:prstGeom>
          <a:noFill/>
          <a:ln/>
        </p:spPr>
        <p:txBody>
          <a:bodyPr wrap="square" lIns="0" tIns="0" rIns="0" bIns="0" rtlCol="0" anchor="ctr"/>
          <a:lstStyle/>
          <a:p>
            <a:pPr marL="0" indent="0">
              <a:buNone/>
            </a:pPr>
            <a:r>
              <a:rPr lang="en-US" sz="1400" b="1" dirty="0">
                <a:solidFill>
                  <a:srgbClr val="0F1B2D"/>
                </a:solidFill>
                <a:latin typeface="Avenir Book" panose="02000503020000020003" pitchFamily="2" charset="0"/>
                <a:ea typeface="Georgia" pitchFamily="34" charset="-122"/>
                <a:cs typeface="Georgia" pitchFamily="34" charset="-120"/>
              </a:rPr>
              <a:t>Top Cities by Order Volume</a:t>
            </a:r>
            <a:endParaRPr lang="en-US" sz="1400" dirty="0">
              <a:latin typeface="Avenir Book" panose="02000503020000020003" pitchFamily="2" charset="0"/>
            </a:endParaRPr>
          </a:p>
        </p:txBody>
      </p:sp>
      <p:graphicFrame>
        <p:nvGraphicFramePr>
          <p:cNvPr id="21" name="Chart 0"/>
          <p:cNvGraphicFramePr/>
          <p:nvPr>
            <p:extLst>
              <p:ext uri="{D42A27DB-BD31-4B8C-83A1-F6EECF244321}">
                <p14:modId xmlns:p14="http://schemas.microsoft.com/office/powerpoint/2010/main" val="856412816"/>
              </p:ext>
            </p:extLst>
          </p:nvPr>
        </p:nvGraphicFramePr>
        <p:xfrm>
          <a:off x="274320" y="3017520"/>
          <a:ext cx="4297680" cy="1554480"/>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 18"/>
          <p:cNvSpPr/>
          <p:nvPr/>
        </p:nvSpPr>
        <p:spPr>
          <a:xfrm>
            <a:off x="4846320" y="2651760"/>
            <a:ext cx="3840480" cy="320040"/>
          </a:xfrm>
          <a:prstGeom prst="rect">
            <a:avLst/>
          </a:prstGeom>
          <a:noFill/>
          <a:ln/>
        </p:spPr>
        <p:txBody>
          <a:bodyPr wrap="square" lIns="0" tIns="0" rIns="0" bIns="0" rtlCol="0" anchor="ctr"/>
          <a:lstStyle/>
          <a:p>
            <a:pPr marL="0" indent="0">
              <a:buNone/>
            </a:pPr>
            <a:r>
              <a:rPr lang="en-US" sz="1400" b="1" dirty="0">
                <a:solidFill>
                  <a:srgbClr val="0F1B2D"/>
                </a:solidFill>
                <a:latin typeface="Avenir Book" panose="02000503020000020003" pitchFamily="2" charset="0"/>
                <a:ea typeface="Georgia" pitchFamily="34" charset="-122"/>
                <a:cs typeface="Georgia" pitchFamily="34" charset="-120"/>
              </a:rPr>
              <a:t>Top Cities by Customer Count</a:t>
            </a:r>
            <a:endParaRPr lang="en-US" sz="1400" dirty="0">
              <a:latin typeface="Avenir Book" panose="02000503020000020003" pitchFamily="2" charset="0"/>
            </a:endParaRPr>
          </a:p>
        </p:txBody>
      </p:sp>
      <p:graphicFrame>
        <p:nvGraphicFramePr>
          <p:cNvPr id="23" name="Chart 1"/>
          <p:cNvGraphicFramePr/>
          <p:nvPr>
            <p:extLst>
              <p:ext uri="{D42A27DB-BD31-4B8C-83A1-F6EECF244321}">
                <p14:modId xmlns:p14="http://schemas.microsoft.com/office/powerpoint/2010/main" val="459607391"/>
              </p:ext>
            </p:extLst>
          </p:nvPr>
        </p:nvGraphicFramePr>
        <p:xfrm>
          <a:off x="4663440" y="3017520"/>
          <a:ext cx="4206240" cy="155448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Customer Analytics &amp; Behavior</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Calibri" pitchFamily="34" charset="0"/>
                <a:ea typeface="Calibri" pitchFamily="34" charset="-122"/>
                <a:cs typeface="Calibri" pitchFamily="34" charset="-120"/>
              </a:rPr>
              <a:t>Music Retail Analytics  |  Data Warehouse &amp; SQL-First System</a:t>
            </a:r>
            <a:endParaRPr lang="en-US" sz="800" dirty="0"/>
          </a:p>
        </p:txBody>
      </p:sp>
      <p:sp>
        <p:nvSpPr>
          <p:cNvPr id="8" name="Shape 5"/>
          <p:cNvSpPr/>
          <p:nvPr/>
        </p:nvSpPr>
        <p:spPr>
          <a:xfrm>
            <a:off x="45720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25880"/>
            <a:ext cx="1920240" cy="45720"/>
          </a:xfrm>
          <a:prstGeom prst="rect">
            <a:avLst/>
          </a:prstGeom>
          <a:solidFill>
            <a:srgbClr val="48BB78"/>
          </a:solidFill>
          <a:ln/>
        </p:spPr>
        <p:txBody>
          <a:bodyPr/>
          <a:lstStyle/>
          <a:p>
            <a:endParaRPr lang="en-US"/>
          </a:p>
        </p:txBody>
      </p:sp>
      <p:sp>
        <p:nvSpPr>
          <p:cNvPr id="10" name="Text 7"/>
          <p:cNvSpPr/>
          <p:nvPr/>
        </p:nvSpPr>
        <p:spPr>
          <a:xfrm>
            <a:off x="457200" y="1463040"/>
            <a:ext cx="1920240" cy="594360"/>
          </a:xfrm>
          <a:prstGeom prst="rect">
            <a:avLst/>
          </a:prstGeom>
          <a:noFill/>
          <a:ln/>
        </p:spPr>
        <p:txBody>
          <a:bodyPr wrap="square" lIns="0" tIns="0" rIns="0" bIns="0" rtlCol="0" anchor="ctr"/>
          <a:lstStyle/>
          <a:p>
            <a:pPr marL="0" indent="0" algn="ctr">
              <a:buNone/>
            </a:pPr>
            <a:r>
              <a:rPr lang="en-US" sz="2800" b="1" dirty="0">
                <a:solidFill>
                  <a:srgbClr val="48BB78"/>
                </a:solidFill>
                <a:latin typeface="Avenir Book" panose="02000503020000020003" pitchFamily="2" charset="0"/>
                <a:ea typeface="Georgia" pitchFamily="34" charset="-122"/>
                <a:cs typeface="Georgia" pitchFamily="34" charset="-120"/>
              </a:rPr>
              <a:t>70.7</a:t>
            </a:r>
            <a:r>
              <a:rPr lang="en-US" sz="2800" b="1" dirty="0">
                <a:solidFill>
                  <a:srgbClr val="48BB78"/>
                </a:solidFill>
                <a:latin typeface="Georgia" pitchFamily="34" charset="0"/>
                <a:ea typeface="Georgia" pitchFamily="34" charset="-122"/>
                <a:cs typeface="Georgia" pitchFamily="34" charset="-120"/>
              </a:rPr>
              <a:t>%</a:t>
            </a:r>
            <a:endParaRPr lang="en-US" sz="2800" dirty="0"/>
          </a:p>
        </p:txBody>
      </p:sp>
      <p:sp>
        <p:nvSpPr>
          <p:cNvPr id="11" name="Text 8"/>
          <p:cNvSpPr/>
          <p:nvPr/>
        </p:nvSpPr>
        <p:spPr>
          <a:xfrm>
            <a:off x="45720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Repeat Rate</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260604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2606040" y="1325880"/>
            <a:ext cx="1920240" cy="45720"/>
          </a:xfrm>
          <a:prstGeom prst="rect">
            <a:avLst/>
          </a:prstGeom>
          <a:solidFill>
            <a:srgbClr val="00C2A8"/>
          </a:solidFill>
          <a:ln/>
        </p:spPr>
        <p:txBody>
          <a:bodyPr/>
          <a:lstStyle/>
          <a:p>
            <a:endParaRPr lang="en-US"/>
          </a:p>
        </p:txBody>
      </p:sp>
      <p:sp>
        <p:nvSpPr>
          <p:cNvPr id="14" name="Text 11"/>
          <p:cNvSpPr/>
          <p:nvPr/>
        </p:nvSpPr>
        <p:spPr>
          <a:xfrm>
            <a:off x="2606040" y="1463040"/>
            <a:ext cx="192024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18,576</a:t>
            </a:r>
            <a:endParaRPr lang="en-US" sz="2800" dirty="0">
              <a:latin typeface="Avenir Book" panose="02000503020000020003" pitchFamily="2" charset="0"/>
            </a:endParaRPr>
          </a:p>
        </p:txBody>
      </p:sp>
      <p:sp>
        <p:nvSpPr>
          <p:cNvPr id="15" name="Text 12"/>
          <p:cNvSpPr/>
          <p:nvPr/>
        </p:nvSpPr>
        <p:spPr>
          <a:xfrm>
            <a:off x="260604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Repeat Buyers</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475488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4754880" y="1325880"/>
            <a:ext cx="1920240" cy="45720"/>
          </a:xfrm>
          <a:prstGeom prst="rect">
            <a:avLst/>
          </a:prstGeom>
          <a:solidFill>
            <a:srgbClr val="FF6B6B"/>
          </a:solidFill>
          <a:ln/>
        </p:spPr>
        <p:txBody>
          <a:bodyPr/>
          <a:lstStyle/>
          <a:p>
            <a:endParaRPr lang="en-US"/>
          </a:p>
        </p:txBody>
      </p:sp>
      <p:sp>
        <p:nvSpPr>
          <p:cNvPr id="18" name="Text 15"/>
          <p:cNvSpPr/>
          <p:nvPr/>
        </p:nvSpPr>
        <p:spPr>
          <a:xfrm>
            <a:off x="4754880" y="1463040"/>
            <a:ext cx="1920240" cy="594360"/>
          </a:xfrm>
          <a:prstGeom prst="rect">
            <a:avLst/>
          </a:prstGeom>
          <a:noFill/>
          <a:ln/>
        </p:spPr>
        <p:txBody>
          <a:bodyPr wrap="square" lIns="0" tIns="0" rIns="0" bIns="0" rtlCol="0" anchor="ctr"/>
          <a:lstStyle/>
          <a:p>
            <a:pPr marL="0" indent="0" algn="ctr">
              <a:buNone/>
            </a:pPr>
            <a:r>
              <a:rPr lang="en-US" sz="2800" b="1" dirty="0">
                <a:solidFill>
                  <a:srgbClr val="FF6B6B"/>
                </a:solidFill>
                <a:latin typeface="Avenir Book" panose="02000503020000020003" pitchFamily="2" charset="0"/>
                <a:ea typeface="Georgia" pitchFamily="34" charset="-122"/>
                <a:cs typeface="Georgia" pitchFamily="34" charset="-120"/>
              </a:rPr>
              <a:t>7,688</a:t>
            </a:r>
            <a:endParaRPr lang="en-US" sz="2800" dirty="0">
              <a:latin typeface="Avenir Book" panose="02000503020000020003" pitchFamily="2" charset="0"/>
            </a:endParaRPr>
          </a:p>
        </p:txBody>
      </p:sp>
      <p:sp>
        <p:nvSpPr>
          <p:cNvPr id="19" name="Text 16"/>
          <p:cNvSpPr/>
          <p:nvPr/>
        </p:nvSpPr>
        <p:spPr>
          <a:xfrm>
            <a:off x="475488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One-Time</a:t>
            </a:r>
            <a:endParaRPr lang="en-US" sz="1000" dirty="0">
              <a:latin typeface="Source Sans Pro" panose="020B0503030403020204" pitchFamily="34" charset="0"/>
              <a:ea typeface="Source Sans Pro" panose="020B0503030403020204" pitchFamily="34" charset="0"/>
            </a:endParaRPr>
          </a:p>
        </p:txBody>
      </p:sp>
      <p:sp>
        <p:nvSpPr>
          <p:cNvPr id="20" name="Shape 17"/>
          <p:cNvSpPr/>
          <p:nvPr/>
        </p:nvSpPr>
        <p:spPr>
          <a:xfrm>
            <a:off x="690372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1" name="Shape 18"/>
          <p:cNvSpPr/>
          <p:nvPr/>
        </p:nvSpPr>
        <p:spPr>
          <a:xfrm>
            <a:off x="6903720" y="1325880"/>
            <a:ext cx="1920240" cy="45720"/>
          </a:xfrm>
          <a:prstGeom prst="rect">
            <a:avLst/>
          </a:prstGeom>
          <a:solidFill>
            <a:srgbClr val="F4C652"/>
          </a:solidFill>
          <a:ln/>
        </p:spPr>
        <p:txBody>
          <a:bodyPr/>
          <a:lstStyle/>
          <a:p>
            <a:endParaRPr lang="en-US"/>
          </a:p>
        </p:txBody>
      </p:sp>
      <p:sp>
        <p:nvSpPr>
          <p:cNvPr id="22" name="Text 19"/>
          <p:cNvSpPr/>
          <p:nvPr/>
        </p:nvSpPr>
        <p:spPr>
          <a:xfrm>
            <a:off x="6903720" y="1463040"/>
            <a:ext cx="192024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Georgia" pitchFamily="34" charset="0"/>
                <a:ea typeface="Georgia" pitchFamily="34" charset="-122"/>
                <a:cs typeface="Georgia" pitchFamily="34" charset="-120"/>
              </a:rPr>
              <a:t>$</a:t>
            </a:r>
            <a:r>
              <a:rPr lang="en-US" sz="2800" b="1" dirty="0">
                <a:solidFill>
                  <a:srgbClr val="F4C652"/>
                </a:solidFill>
                <a:latin typeface="Avenir Book" panose="02000503020000020003" pitchFamily="2" charset="0"/>
                <a:ea typeface="Georgia" pitchFamily="34" charset="-122"/>
                <a:cs typeface="Georgia" pitchFamily="34" charset="-120"/>
              </a:rPr>
              <a:t>31.12</a:t>
            </a:r>
            <a:endParaRPr lang="en-US" sz="2800" dirty="0">
              <a:latin typeface="Avenir Book" panose="02000503020000020003" pitchFamily="2" charset="0"/>
            </a:endParaRPr>
          </a:p>
        </p:txBody>
      </p:sp>
      <p:sp>
        <p:nvSpPr>
          <p:cNvPr id="23" name="Text 20"/>
          <p:cNvSpPr/>
          <p:nvPr/>
        </p:nvSpPr>
        <p:spPr>
          <a:xfrm>
            <a:off x="690372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Avg Order</a:t>
            </a:r>
            <a:endParaRPr lang="en-US" sz="1000" dirty="0">
              <a:latin typeface="Source Sans Pro" panose="020B0503030403020204" pitchFamily="34" charset="0"/>
              <a:ea typeface="Source Sans Pro" panose="020B0503030403020204" pitchFamily="34" charset="0"/>
            </a:endParaRPr>
          </a:p>
        </p:txBody>
      </p:sp>
      <p:sp>
        <p:nvSpPr>
          <p:cNvPr id="24" name="Text 21"/>
          <p:cNvSpPr/>
          <p:nvPr/>
        </p:nvSpPr>
        <p:spPr>
          <a:xfrm>
            <a:off x="548640" y="2651760"/>
            <a:ext cx="8229600" cy="320040"/>
          </a:xfrm>
          <a:prstGeom prst="rect">
            <a:avLst/>
          </a:prstGeom>
          <a:noFill/>
          <a:ln/>
        </p:spPr>
        <p:txBody>
          <a:bodyPr wrap="square" lIns="0" tIns="0" rIns="0" bIns="0" rtlCol="0" anchor="ctr"/>
          <a:lstStyle/>
          <a:p>
            <a:pPr marL="0" indent="0">
              <a:buNone/>
            </a:pPr>
            <a:r>
              <a:rPr lang="en-US" sz="1400" b="1" dirty="0">
                <a:solidFill>
                  <a:srgbClr val="0F1B2D"/>
                </a:solidFill>
                <a:latin typeface="Avenir Book" panose="02000503020000020003" pitchFamily="2" charset="0"/>
                <a:ea typeface="Georgia" pitchFamily="34" charset="-122"/>
                <a:cs typeface="Georgia" pitchFamily="34" charset="-120"/>
              </a:rPr>
              <a:t>Customer Lifetime Value (CLV) — Top 10</a:t>
            </a:r>
            <a:endParaRPr lang="en-US" sz="1400" dirty="0">
              <a:latin typeface="Avenir Book" panose="02000503020000020003" pitchFamily="2" charset="0"/>
            </a:endParaRPr>
          </a:p>
        </p:txBody>
      </p:sp>
      <p:graphicFrame>
        <p:nvGraphicFramePr>
          <p:cNvPr id="25" name="Table 0"/>
          <p:cNvGraphicFramePr>
            <a:graphicFrameLocks noGrp="1"/>
          </p:cNvGraphicFramePr>
          <p:nvPr>
            <p:extLst>
              <p:ext uri="{D42A27DB-BD31-4B8C-83A1-F6EECF244321}">
                <p14:modId xmlns:p14="http://schemas.microsoft.com/office/powerpoint/2010/main" val="1180387714"/>
              </p:ext>
            </p:extLst>
          </p:nvPr>
        </p:nvGraphicFramePr>
        <p:xfrm>
          <a:off x="548640" y="3063240"/>
          <a:ext cx="4114800" cy="1475232"/>
        </p:xfrm>
        <a:graphic>
          <a:graphicData uri="http://schemas.openxmlformats.org/drawingml/2006/table">
            <a:tbl>
              <a:tblPr/>
              <a:tblGrid>
                <a:gridCol w="7315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56032">
                <a:tc>
                  <a:txBody>
                    <a:bodyPr/>
                    <a:lstStyle/>
                    <a:p>
                      <a:pPr marL="0" indent="0" algn="ctr">
                        <a:buNone/>
                      </a:pPr>
                      <a:r>
                        <a:rPr lang="en-US" sz="1000" b="1" dirty="0">
                          <a:solidFill>
                            <a:srgbClr val="FFFFFF"/>
                          </a:solidFill>
                          <a:latin typeface="Source Sans Pro" panose="020B0503030403020204" pitchFamily="34" charset="0"/>
                          <a:ea typeface="Source Sans Pro" panose="020B0503030403020204" pitchFamily="34" charset="0"/>
                          <a:cs typeface="Calibri" pitchFamily="34" charset="-120"/>
                        </a:rPr>
                        <a:t>Rank</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000" b="1" dirty="0">
                          <a:solidFill>
                            <a:srgbClr val="FFFFFF"/>
                          </a:solidFill>
                          <a:latin typeface="Source Sans Pro" panose="020B0503030403020204" pitchFamily="34" charset="0"/>
                          <a:ea typeface="Source Sans Pro" panose="020B0503030403020204" pitchFamily="34" charset="0"/>
                          <a:cs typeface="Calibri" pitchFamily="34" charset="-120"/>
                        </a:rPr>
                        <a:t>Customer ID</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000" b="1" dirty="0">
                          <a:solidFill>
                            <a:srgbClr val="FFFFFF"/>
                          </a:solidFill>
                          <a:latin typeface="Source Sans Pro" panose="020B0503030403020204" pitchFamily="34" charset="0"/>
                          <a:ea typeface="Source Sans Pro" panose="020B0503030403020204" pitchFamily="34" charset="0"/>
                          <a:cs typeface="Calibri" pitchFamily="34" charset="-120"/>
                        </a:rPr>
                        <a:t>Lifetime Revenue</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201168">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1</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28367</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$415.89</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16017</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$378.45</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3</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21245</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$361.24</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01168">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4</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21438</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$352.78</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01168">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5</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15498</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$349.14</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6" name="Shape 22"/>
          <p:cNvSpPr/>
          <p:nvPr/>
        </p:nvSpPr>
        <p:spPr>
          <a:xfrm>
            <a:off x="5029200" y="3072384"/>
            <a:ext cx="3657600" cy="146304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27" name="Image 1" descr="preencoded.png"/>
          <p:cNvPicPr>
            <a:picLocks noChangeAspect="1"/>
          </p:cNvPicPr>
          <p:nvPr/>
        </p:nvPicPr>
        <p:blipFill>
          <a:blip r:embed="rId4"/>
          <a:stretch>
            <a:fillRect/>
          </a:stretch>
        </p:blipFill>
        <p:spPr>
          <a:xfrm>
            <a:off x="5291051" y="3177178"/>
            <a:ext cx="207818" cy="207818"/>
          </a:xfrm>
          <a:prstGeom prst="rect">
            <a:avLst/>
          </a:prstGeom>
        </p:spPr>
      </p:pic>
      <p:sp>
        <p:nvSpPr>
          <p:cNvPr id="28" name="Text 23"/>
          <p:cNvSpPr/>
          <p:nvPr/>
        </p:nvSpPr>
        <p:spPr>
          <a:xfrm>
            <a:off x="5577840" y="3120571"/>
            <a:ext cx="2926080" cy="320040"/>
          </a:xfrm>
          <a:prstGeom prst="rect">
            <a:avLst/>
          </a:prstGeom>
          <a:noFill/>
          <a:ln/>
        </p:spPr>
        <p:txBody>
          <a:bodyPr wrap="square" lIns="0" tIns="0" rIns="0" bIns="0" rtlCol="0" anchor="ctr"/>
          <a:lstStyle/>
          <a:p>
            <a:pPr marL="0" indent="0">
              <a:buNone/>
            </a:pPr>
            <a:r>
              <a:rPr lang="en-US" sz="1300" b="1" dirty="0">
                <a:solidFill>
                  <a:srgbClr val="0F1B2D"/>
                </a:solidFill>
                <a:latin typeface="Avenir Book" panose="02000503020000020003" pitchFamily="2" charset="0"/>
                <a:ea typeface="Georgia" pitchFamily="34" charset="-122"/>
                <a:cs typeface="Georgia" pitchFamily="34" charset="-120"/>
              </a:rPr>
              <a:t>Key Insights</a:t>
            </a:r>
            <a:endParaRPr lang="en-US" sz="1300" dirty="0">
              <a:latin typeface="Avenir Book" panose="02000503020000020003" pitchFamily="2" charset="0"/>
            </a:endParaRPr>
          </a:p>
        </p:txBody>
      </p:sp>
      <p:sp>
        <p:nvSpPr>
          <p:cNvPr id="29" name="Text 24"/>
          <p:cNvSpPr/>
          <p:nvPr/>
        </p:nvSpPr>
        <p:spPr>
          <a:xfrm>
            <a:off x="5257800" y="3451860"/>
            <a:ext cx="3291840" cy="868680"/>
          </a:xfrm>
          <a:prstGeom prst="rect">
            <a:avLst/>
          </a:prstGeom>
          <a:noFill/>
          <a:ln/>
        </p:spPr>
        <p:txBody>
          <a:bodyPr wrap="square" lIns="0" tIns="0" rIns="0" bIns="0" rtlCol="0" anchor="t"/>
          <a:lstStyle/>
          <a:p>
            <a:pPr marL="0" indent="0">
              <a:lnSpc>
                <a:spcPct val="130000"/>
              </a:lnSpc>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Strong repeat rate of 70.7% indicates healthy customer loyalty and satisfaction with the catalog.</a:t>
            </a:r>
            <a:endParaRPr lang="en-US" sz="1000" dirty="0">
              <a:latin typeface="Source Sans Pro" panose="020B0503030403020204" pitchFamily="34" charset="0"/>
              <a:ea typeface="Source Sans Pro" panose="020B0503030403020204" pitchFamily="34" charset="0"/>
            </a:endParaRPr>
          </a:p>
          <a:p>
            <a:pPr marL="0" indent="0">
              <a:buNone/>
            </a:pPr>
            <a:endParaRPr lang="en-US" sz="1000" dirty="0">
              <a:latin typeface="Source Sans Pro" panose="020B0503030403020204" pitchFamily="34" charset="0"/>
              <a:ea typeface="Source Sans Pro" panose="020B0503030403020204" pitchFamily="34" charset="0"/>
            </a:endParaRPr>
          </a:p>
          <a:p>
            <a:pPr marL="0" indent="0">
              <a:lnSpc>
                <a:spcPct val="130000"/>
              </a:lnSpc>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Top CLV customer generated $415.89 across multiple orders — typical of engaged music collectors.</a:t>
            </a:r>
            <a:endParaRPr lang="en-US" sz="10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Product &amp; Catalog Insights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Calibri" pitchFamily="34" charset="0"/>
                <a:ea typeface="Calibri" pitchFamily="34" charset="-122"/>
                <a:cs typeface="Calibri" pitchFamily="34" charset="-120"/>
              </a:rPr>
              <a:t>Music Retail Analytics  |  Data Warehouse &amp; SQL-First System</a:t>
            </a:r>
            <a:endParaRPr lang="en-US" sz="800" dirty="0"/>
          </a:p>
        </p:txBody>
      </p:sp>
      <p:sp>
        <p:nvSpPr>
          <p:cNvPr id="8" name="Shape 5"/>
          <p:cNvSpPr/>
          <p:nvPr/>
        </p:nvSpPr>
        <p:spPr>
          <a:xfrm>
            <a:off x="45720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25880"/>
            <a:ext cx="1920240" cy="45720"/>
          </a:xfrm>
          <a:prstGeom prst="rect">
            <a:avLst/>
          </a:prstGeom>
          <a:solidFill>
            <a:srgbClr val="00C2A8"/>
          </a:solidFill>
          <a:ln/>
        </p:spPr>
        <p:txBody>
          <a:bodyPr/>
          <a:lstStyle/>
          <a:p>
            <a:endParaRPr lang="en-US"/>
          </a:p>
        </p:txBody>
      </p:sp>
      <p:sp>
        <p:nvSpPr>
          <p:cNvPr id="10" name="Text 7"/>
          <p:cNvSpPr/>
          <p:nvPr/>
        </p:nvSpPr>
        <p:spPr>
          <a:xfrm>
            <a:off x="457200" y="1463040"/>
            <a:ext cx="192024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1,163</a:t>
            </a:r>
            <a:endParaRPr lang="en-US" sz="2800" dirty="0">
              <a:latin typeface="Avenir Book" panose="02000503020000020003" pitchFamily="2" charset="0"/>
            </a:endParaRPr>
          </a:p>
        </p:txBody>
      </p:sp>
      <p:sp>
        <p:nvSpPr>
          <p:cNvPr id="11" name="Text 8"/>
          <p:cNvSpPr/>
          <p:nvPr/>
        </p:nvSpPr>
        <p:spPr>
          <a:xfrm>
            <a:off x="45720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Total Albums</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260604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2606040" y="1325880"/>
            <a:ext cx="1920240" cy="45720"/>
          </a:xfrm>
          <a:prstGeom prst="rect">
            <a:avLst/>
          </a:prstGeom>
          <a:solidFill>
            <a:srgbClr val="F4C652"/>
          </a:solidFill>
          <a:ln/>
        </p:spPr>
        <p:txBody>
          <a:bodyPr/>
          <a:lstStyle/>
          <a:p>
            <a:endParaRPr lang="en-US"/>
          </a:p>
        </p:txBody>
      </p:sp>
      <p:sp>
        <p:nvSpPr>
          <p:cNvPr id="14" name="Text 11"/>
          <p:cNvSpPr/>
          <p:nvPr/>
        </p:nvSpPr>
        <p:spPr>
          <a:xfrm>
            <a:off x="2606040" y="1463040"/>
            <a:ext cx="192024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Avenir Book" panose="02000503020000020003" pitchFamily="2" charset="0"/>
                <a:ea typeface="Georgia" pitchFamily="34" charset="-122"/>
                <a:cs typeface="Georgia" pitchFamily="34" charset="-120"/>
              </a:rPr>
              <a:t>213</a:t>
            </a:r>
            <a:endParaRPr lang="en-US" sz="2800" dirty="0">
              <a:latin typeface="Avenir Book" panose="02000503020000020003" pitchFamily="2" charset="0"/>
            </a:endParaRPr>
          </a:p>
        </p:txBody>
      </p:sp>
      <p:sp>
        <p:nvSpPr>
          <p:cNvPr id="15" name="Text 12"/>
          <p:cNvSpPr/>
          <p:nvPr/>
        </p:nvSpPr>
        <p:spPr>
          <a:xfrm>
            <a:off x="260604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Famous Artists</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475488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4754880" y="1325880"/>
            <a:ext cx="1920240" cy="45720"/>
          </a:xfrm>
          <a:prstGeom prst="rect">
            <a:avLst/>
          </a:prstGeom>
          <a:solidFill>
            <a:srgbClr val="9F7AEA"/>
          </a:solidFill>
          <a:ln/>
        </p:spPr>
        <p:txBody>
          <a:bodyPr/>
          <a:lstStyle/>
          <a:p>
            <a:endParaRPr lang="en-US"/>
          </a:p>
        </p:txBody>
      </p:sp>
      <p:sp>
        <p:nvSpPr>
          <p:cNvPr id="18" name="Text 15"/>
          <p:cNvSpPr/>
          <p:nvPr/>
        </p:nvSpPr>
        <p:spPr>
          <a:xfrm>
            <a:off x="4754880" y="1463040"/>
            <a:ext cx="1920240" cy="594360"/>
          </a:xfrm>
          <a:prstGeom prst="rect">
            <a:avLst/>
          </a:prstGeom>
          <a:noFill/>
          <a:ln/>
        </p:spPr>
        <p:txBody>
          <a:bodyPr wrap="square" lIns="0" tIns="0" rIns="0" bIns="0" rtlCol="0" anchor="ctr"/>
          <a:lstStyle/>
          <a:p>
            <a:pPr marL="0" indent="0" algn="ctr">
              <a:buNone/>
            </a:pPr>
            <a:r>
              <a:rPr lang="en-US" sz="2800" b="1" dirty="0">
                <a:solidFill>
                  <a:srgbClr val="9F7AEA"/>
                </a:solidFill>
                <a:latin typeface="Avenir Book" panose="02000503020000020003" pitchFamily="2" charset="0"/>
                <a:ea typeface="Georgia" pitchFamily="34" charset="-122"/>
                <a:cs typeface="Georgia" pitchFamily="34" charset="-120"/>
              </a:rPr>
              <a:t>950</a:t>
            </a:r>
            <a:endParaRPr lang="en-US" sz="2800" dirty="0">
              <a:latin typeface="Avenir Book" panose="02000503020000020003" pitchFamily="2" charset="0"/>
            </a:endParaRPr>
          </a:p>
        </p:txBody>
      </p:sp>
      <p:sp>
        <p:nvSpPr>
          <p:cNvPr id="19" name="Text 16"/>
          <p:cNvSpPr/>
          <p:nvPr/>
        </p:nvSpPr>
        <p:spPr>
          <a:xfrm>
            <a:off x="475488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Indie Catalog</a:t>
            </a:r>
            <a:endParaRPr lang="en-US" sz="1000" dirty="0">
              <a:latin typeface="Source Sans Pro" panose="020B0503030403020204" pitchFamily="34" charset="0"/>
              <a:ea typeface="Source Sans Pro" panose="020B0503030403020204" pitchFamily="34" charset="0"/>
            </a:endParaRPr>
          </a:p>
        </p:txBody>
      </p:sp>
      <p:sp>
        <p:nvSpPr>
          <p:cNvPr id="20" name="Shape 17"/>
          <p:cNvSpPr/>
          <p:nvPr/>
        </p:nvSpPr>
        <p:spPr>
          <a:xfrm>
            <a:off x="6903720" y="1325880"/>
            <a:ext cx="192024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21" name="Shape 18"/>
          <p:cNvSpPr/>
          <p:nvPr/>
        </p:nvSpPr>
        <p:spPr>
          <a:xfrm>
            <a:off x="6903720" y="1325880"/>
            <a:ext cx="1920240" cy="45720"/>
          </a:xfrm>
          <a:prstGeom prst="rect">
            <a:avLst/>
          </a:prstGeom>
          <a:solidFill>
            <a:srgbClr val="4299E1"/>
          </a:solidFill>
          <a:ln/>
        </p:spPr>
        <p:txBody>
          <a:bodyPr/>
          <a:lstStyle/>
          <a:p>
            <a:endParaRPr lang="en-US"/>
          </a:p>
        </p:txBody>
      </p:sp>
      <p:sp>
        <p:nvSpPr>
          <p:cNvPr id="22" name="Text 19"/>
          <p:cNvSpPr/>
          <p:nvPr/>
        </p:nvSpPr>
        <p:spPr>
          <a:xfrm>
            <a:off x="6903720" y="1463040"/>
            <a:ext cx="1920240" cy="594360"/>
          </a:xfrm>
          <a:prstGeom prst="rect">
            <a:avLst/>
          </a:prstGeom>
          <a:noFill/>
          <a:ln/>
        </p:spPr>
        <p:txBody>
          <a:bodyPr wrap="square" lIns="0" tIns="0" rIns="0" bIns="0" rtlCol="0" anchor="ctr"/>
          <a:lstStyle/>
          <a:p>
            <a:pPr marL="0" indent="0" algn="ctr">
              <a:buNone/>
            </a:pPr>
            <a:r>
              <a:rPr lang="en-US" sz="2800" b="1" dirty="0">
                <a:solidFill>
                  <a:srgbClr val="4299E1"/>
                </a:solidFill>
                <a:latin typeface="Avenir Book" panose="02000503020000020003" pitchFamily="2" charset="0"/>
                <a:ea typeface="Georgia" pitchFamily="34" charset="-122"/>
                <a:cs typeface="Georgia" pitchFamily="34" charset="-120"/>
              </a:rPr>
              <a:t>10</a:t>
            </a:r>
            <a:endParaRPr lang="en-US" sz="2800" dirty="0">
              <a:latin typeface="Avenir Book" panose="02000503020000020003" pitchFamily="2" charset="0"/>
            </a:endParaRPr>
          </a:p>
        </p:txBody>
      </p:sp>
      <p:sp>
        <p:nvSpPr>
          <p:cNvPr id="23" name="Text 20"/>
          <p:cNvSpPr/>
          <p:nvPr/>
        </p:nvSpPr>
        <p:spPr>
          <a:xfrm>
            <a:off x="6903720" y="2011680"/>
            <a:ext cx="192024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Genres</a:t>
            </a:r>
            <a:endParaRPr lang="en-US" sz="1000" dirty="0">
              <a:latin typeface="Source Sans Pro" panose="020B0503030403020204" pitchFamily="34" charset="0"/>
              <a:ea typeface="Source Sans Pro" panose="020B0503030403020204" pitchFamily="34" charset="0"/>
            </a:endParaRPr>
          </a:p>
        </p:txBody>
      </p:sp>
      <p:sp>
        <p:nvSpPr>
          <p:cNvPr id="24" name="Text 21"/>
          <p:cNvSpPr/>
          <p:nvPr/>
        </p:nvSpPr>
        <p:spPr>
          <a:xfrm>
            <a:off x="548640" y="2651760"/>
            <a:ext cx="4114800" cy="320040"/>
          </a:xfrm>
          <a:prstGeom prst="rect">
            <a:avLst/>
          </a:prstGeom>
          <a:noFill/>
          <a:ln/>
        </p:spPr>
        <p:txBody>
          <a:bodyPr wrap="square" lIns="0" tIns="0" rIns="0" bIns="0" rtlCol="0" anchor="ctr"/>
          <a:lstStyle/>
          <a:p>
            <a:pPr marL="0" indent="0">
              <a:buNone/>
            </a:pPr>
            <a:r>
              <a:rPr lang="en-US" sz="1400" b="1" dirty="0">
                <a:solidFill>
                  <a:srgbClr val="0F1B2D"/>
                </a:solidFill>
                <a:latin typeface="Avenir Book" panose="02000503020000020003" pitchFamily="2" charset="0"/>
                <a:ea typeface="Georgia" pitchFamily="34" charset="-122"/>
                <a:cs typeface="Georgia" pitchFamily="34" charset="-120"/>
              </a:rPr>
              <a:t>Top-Selling Album Per Year</a:t>
            </a:r>
            <a:endParaRPr lang="en-US" sz="1400" dirty="0">
              <a:latin typeface="Avenir Book" panose="02000503020000020003" pitchFamily="2" charset="0"/>
            </a:endParaRPr>
          </a:p>
        </p:txBody>
      </p:sp>
      <p:graphicFrame>
        <p:nvGraphicFramePr>
          <p:cNvPr id="25" name="Table 0"/>
          <p:cNvGraphicFramePr>
            <a:graphicFrameLocks noGrp="1"/>
          </p:cNvGraphicFramePr>
          <p:nvPr>
            <p:extLst>
              <p:ext uri="{D42A27DB-BD31-4B8C-83A1-F6EECF244321}">
                <p14:modId xmlns:p14="http://schemas.microsoft.com/office/powerpoint/2010/main" val="1539085904"/>
              </p:ext>
            </p:extLst>
          </p:nvPr>
        </p:nvGraphicFramePr>
        <p:xfrm>
          <a:off x="548640" y="3063240"/>
          <a:ext cx="4114800" cy="1219200"/>
        </p:xfrm>
        <a:graphic>
          <a:graphicData uri="http://schemas.openxmlformats.org/drawingml/2006/table">
            <a:tbl>
              <a:tblPr/>
              <a:tblGrid>
                <a:gridCol w="640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28600">
                <a:tc>
                  <a:txBody>
                    <a:bodyPr/>
                    <a:lstStyle/>
                    <a:p>
                      <a:pPr marL="0" indent="0">
                        <a:buNone/>
                      </a:pPr>
                      <a:r>
                        <a:rPr lang="en-US" sz="1000" b="1" dirty="0">
                          <a:solidFill>
                            <a:srgbClr val="FFFFFF"/>
                          </a:solidFill>
                          <a:latin typeface="Source Sans Pro" panose="020B0503030403020204" pitchFamily="34" charset="0"/>
                          <a:ea typeface="Source Sans Pro" panose="020B0503030403020204" pitchFamily="34" charset="0"/>
                          <a:cs typeface="Calibri" pitchFamily="34" charset="-120"/>
                        </a:rPr>
                        <a:t>Year</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tc>
                  <a:txBody>
                    <a:bodyPr/>
                    <a:lstStyle/>
                    <a:p>
                      <a:pPr marL="0" indent="0">
                        <a:buNone/>
                      </a:pPr>
                      <a:r>
                        <a:rPr lang="en-US" sz="1000" b="1" dirty="0">
                          <a:solidFill>
                            <a:srgbClr val="FFFFFF"/>
                          </a:solidFill>
                          <a:latin typeface="Source Sans Pro" panose="020B0503030403020204" pitchFamily="34" charset="0"/>
                          <a:ea typeface="Source Sans Pro" panose="020B0503030403020204" pitchFamily="34" charset="0"/>
                          <a:cs typeface="Calibri" pitchFamily="34" charset="-120"/>
                        </a:rPr>
                        <a:t>Album</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tc>
                  <a:txBody>
                    <a:bodyPr/>
                    <a:lstStyle/>
                    <a:p>
                      <a:pPr marL="0" indent="0" algn="ctr">
                        <a:buNone/>
                      </a:pPr>
                      <a:r>
                        <a:rPr lang="en-US" sz="1000" b="1" dirty="0">
                          <a:solidFill>
                            <a:srgbClr val="FFFFFF"/>
                          </a:solidFill>
                          <a:latin typeface="Source Sans Pro" panose="020B0503030403020204" pitchFamily="34" charset="0"/>
                          <a:ea typeface="Source Sans Pro" panose="020B0503030403020204" pitchFamily="34" charset="0"/>
                          <a:cs typeface="Calibri" pitchFamily="34" charset="-120"/>
                        </a:rPr>
                        <a:t>Sold</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201168">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2022</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Midnight Dreams (Archives)</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63</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2023</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Ocean Voices (Tales)</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64</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2024</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Red</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72</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01168">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2025</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Broken Lights (Tales)</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33</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6" name="Text 22"/>
          <p:cNvSpPr/>
          <p:nvPr/>
        </p:nvSpPr>
        <p:spPr>
          <a:xfrm>
            <a:off x="4846320" y="2651760"/>
            <a:ext cx="3840480" cy="320040"/>
          </a:xfrm>
          <a:prstGeom prst="rect">
            <a:avLst/>
          </a:prstGeom>
          <a:noFill/>
          <a:ln/>
        </p:spPr>
        <p:txBody>
          <a:bodyPr wrap="square" lIns="0" tIns="0" rIns="0" bIns="0" rtlCol="0" anchor="ctr"/>
          <a:lstStyle/>
          <a:p>
            <a:pPr marL="0" indent="0">
              <a:buNone/>
            </a:pPr>
            <a:r>
              <a:rPr lang="en-US" sz="1400" b="1" dirty="0">
                <a:solidFill>
                  <a:srgbClr val="0F1B2D"/>
                </a:solidFill>
                <a:latin typeface="Avenir Book" panose="02000503020000020003" pitchFamily="2" charset="0"/>
                <a:ea typeface="Georgia" pitchFamily="34" charset="-122"/>
                <a:cs typeface="Georgia" pitchFamily="34" charset="-120"/>
              </a:rPr>
              <a:t>Genre Distribution (10 Genres)</a:t>
            </a:r>
            <a:endParaRPr lang="en-US" sz="1400" dirty="0">
              <a:latin typeface="Avenir Book" panose="02000503020000020003" pitchFamily="2" charset="0"/>
            </a:endParaRPr>
          </a:p>
        </p:txBody>
      </p:sp>
      <p:graphicFrame>
        <p:nvGraphicFramePr>
          <p:cNvPr id="27" name="Chart 0"/>
          <p:cNvGraphicFramePr/>
          <p:nvPr>
            <p:extLst>
              <p:ext uri="{D42A27DB-BD31-4B8C-83A1-F6EECF244321}">
                <p14:modId xmlns:p14="http://schemas.microsoft.com/office/powerpoint/2010/main" val="3636040202"/>
              </p:ext>
            </p:extLst>
          </p:nvPr>
        </p:nvGraphicFramePr>
        <p:xfrm>
          <a:off x="4846320" y="2926080"/>
          <a:ext cx="3840480" cy="16459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Artist-Level Insights: Famous vs Non-Famous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Calibri" pitchFamily="34" charset="0"/>
                <a:ea typeface="Calibri" pitchFamily="34" charset="-122"/>
                <a:cs typeface="Calibri" pitchFamily="34" charset="-120"/>
              </a:rPr>
              <a:t>Music Retail Analytics  |  Data Warehouse &amp; SQL-First System</a:t>
            </a:r>
            <a:endParaRPr lang="en-US" sz="800" dirty="0"/>
          </a:p>
        </p:txBody>
      </p:sp>
      <p:sp>
        <p:nvSpPr>
          <p:cNvPr id="8" name="Shape 5"/>
          <p:cNvSpPr/>
          <p:nvPr/>
        </p:nvSpPr>
        <p:spPr>
          <a:xfrm>
            <a:off x="457200" y="1325880"/>
            <a:ext cx="3931920" cy="30175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9" name="Shape 6"/>
          <p:cNvSpPr/>
          <p:nvPr/>
        </p:nvSpPr>
        <p:spPr>
          <a:xfrm>
            <a:off x="457200" y="1325880"/>
            <a:ext cx="3931920" cy="45720"/>
          </a:xfrm>
          <a:prstGeom prst="rect">
            <a:avLst/>
          </a:prstGeom>
          <a:solidFill>
            <a:srgbClr val="FF6B6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40080" y="1508760"/>
            <a:ext cx="274320" cy="274320"/>
          </a:xfrm>
          <a:prstGeom prst="rect">
            <a:avLst/>
          </a:prstGeom>
        </p:spPr>
      </p:pic>
      <p:sp>
        <p:nvSpPr>
          <p:cNvPr id="11" name="Text 7"/>
          <p:cNvSpPr/>
          <p:nvPr/>
        </p:nvSpPr>
        <p:spPr>
          <a:xfrm>
            <a:off x="1005840" y="1463040"/>
            <a:ext cx="3108960" cy="365760"/>
          </a:xfrm>
          <a:prstGeom prst="rect">
            <a:avLst/>
          </a:prstGeom>
          <a:noFill/>
          <a:ln/>
        </p:spPr>
        <p:txBody>
          <a:bodyPr wrap="square" lIns="0" tIns="0" rIns="0" bIns="0" rtlCol="0" anchor="ctr"/>
          <a:lstStyle/>
          <a:p>
            <a:pPr marL="0" indent="0">
              <a:buNone/>
            </a:pPr>
            <a:r>
              <a:rPr lang="en-US" sz="1600" b="1" dirty="0">
                <a:solidFill>
                  <a:srgbClr val="FF6B6B"/>
                </a:solidFill>
                <a:latin typeface="Avenir Book" panose="02000503020000020003" pitchFamily="2" charset="0"/>
                <a:ea typeface="Georgia" pitchFamily="34" charset="-122"/>
                <a:cs typeface="Georgia" pitchFamily="34" charset="-120"/>
              </a:rPr>
              <a:t>Famous Artists</a:t>
            </a:r>
            <a:endParaRPr lang="en-US" sz="1600" dirty="0">
              <a:latin typeface="Avenir Book" panose="02000503020000020003" pitchFamily="2" charset="0"/>
            </a:endParaRPr>
          </a:p>
        </p:txBody>
      </p:sp>
      <p:sp>
        <p:nvSpPr>
          <p:cNvPr id="12" name="Text 8"/>
          <p:cNvSpPr/>
          <p:nvPr/>
        </p:nvSpPr>
        <p:spPr>
          <a:xfrm>
            <a:off x="640080" y="1828800"/>
            <a:ext cx="3474720" cy="22860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213 albums  |  18.3% of catalog</a:t>
            </a:r>
            <a:endParaRPr lang="en-US" sz="1000" dirty="0">
              <a:latin typeface="Source Sans Pro" panose="020B0503030403020204" pitchFamily="34" charset="0"/>
              <a:ea typeface="Source Sans Pro" panose="020B0503030403020204" pitchFamily="34" charset="0"/>
            </a:endParaRPr>
          </a:p>
        </p:txBody>
      </p:sp>
      <p:sp>
        <p:nvSpPr>
          <p:cNvPr id="13" name="Text 9"/>
          <p:cNvSpPr/>
          <p:nvPr/>
        </p:nvSpPr>
        <p:spPr>
          <a:xfrm>
            <a:off x="640080" y="2148840"/>
            <a:ext cx="3566160" cy="2011680"/>
          </a:xfrm>
          <a:prstGeom prst="rect">
            <a:avLst/>
          </a:prstGeom>
          <a:noFill/>
          <a:ln/>
        </p:spPr>
        <p:txBody>
          <a:bodyPr wrap="square" lIns="0" tIns="0" rIns="0" bIns="0" rtlCol="0" anchor="t"/>
          <a:lstStyle/>
          <a:p>
            <a:pPr marL="0" indent="0">
              <a:lnSpc>
                <a:spcPct val="130000"/>
              </a:lnSpc>
              <a:spcAft>
                <a:spcPts val="2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Higher licensing &amp; royalty costs drive negative margins for most famous artist albums</a:t>
            </a:r>
            <a:endParaRPr lang="en-US" sz="1050" dirty="0">
              <a:latin typeface="Source Sans Pro" panose="020B0503030403020204" pitchFamily="34" charset="0"/>
              <a:ea typeface="Source Sans Pro" panose="020B0503030403020204" pitchFamily="34" charset="0"/>
            </a:endParaRPr>
          </a:p>
          <a:p>
            <a:pPr marL="0" indent="0">
              <a:spcAft>
                <a:spcPts val="200"/>
              </a:spcAft>
              <a:buNone/>
            </a:pPr>
            <a:endParaRPr lang="en-US" sz="1050" dirty="0">
              <a:latin typeface="Source Sans Pro" panose="020B0503030403020204" pitchFamily="34" charset="0"/>
              <a:ea typeface="Source Sans Pro" panose="020B0503030403020204" pitchFamily="34" charset="0"/>
            </a:endParaRPr>
          </a:p>
          <a:p>
            <a:pPr marL="0" indent="0">
              <a:spcAft>
                <a:spcPts val="200"/>
              </a:spcAft>
              <a:buNone/>
            </a:pPr>
            <a:r>
              <a:rPr lang="en-US" sz="1050" b="1" dirty="0">
                <a:solidFill>
                  <a:srgbClr val="2D3748"/>
                </a:solidFill>
                <a:latin typeface="Source Sans Pro" panose="020B0503030403020204" pitchFamily="34" charset="0"/>
                <a:ea typeface="Source Sans Pro" panose="020B0503030403020204" pitchFamily="34" charset="0"/>
                <a:cs typeface="Calibri" pitchFamily="34" charset="-120"/>
              </a:rPr>
              <a:t>Notable examples:</a:t>
            </a:r>
            <a:endParaRPr lang="en-US" sz="1050" dirty="0">
              <a:latin typeface="Source Sans Pro" panose="020B0503030403020204" pitchFamily="34" charset="0"/>
              <a:ea typeface="Source Sans Pro" panose="020B0503030403020204" pitchFamily="34" charset="0"/>
            </a:endParaRPr>
          </a:p>
          <a:p>
            <a:pPr marL="342900" indent="-342900">
              <a:spcAft>
                <a:spcPts val="200"/>
              </a:spcAft>
              <a:buSzPct val="10000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BTS (Dark &amp; Wild) — significant loss leader</a:t>
            </a:r>
            <a:endParaRPr lang="en-US" sz="1050" dirty="0">
              <a:latin typeface="Source Sans Pro" panose="020B0503030403020204" pitchFamily="34" charset="0"/>
              <a:ea typeface="Source Sans Pro" panose="020B0503030403020204" pitchFamily="34" charset="0"/>
            </a:endParaRPr>
          </a:p>
          <a:p>
            <a:pPr marL="342900" indent="-342900">
              <a:spcAft>
                <a:spcPts val="200"/>
              </a:spcAft>
              <a:buSzPct val="10000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Lady Gaga (Chromatica) — high-cost structure</a:t>
            </a:r>
            <a:endParaRPr lang="en-US" sz="1050" dirty="0">
              <a:latin typeface="Source Sans Pro" panose="020B0503030403020204" pitchFamily="34" charset="0"/>
              <a:ea typeface="Source Sans Pro" panose="020B0503030403020204" pitchFamily="34" charset="0"/>
            </a:endParaRPr>
          </a:p>
          <a:p>
            <a:pPr marL="342900" indent="-342900">
              <a:spcAft>
                <a:spcPts val="200"/>
              </a:spcAft>
              <a:buSzPct val="10000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Adele — consistent negative margins across catalog</a:t>
            </a:r>
            <a:endParaRPr lang="en-US" sz="1050" dirty="0">
              <a:latin typeface="Source Sans Pro" panose="020B0503030403020204" pitchFamily="34" charset="0"/>
              <a:ea typeface="Source Sans Pro" panose="020B0503030403020204" pitchFamily="34" charset="0"/>
            </a:endParaRPr>
          </a:p>
          <a:p>
            <a:pPr marL="0" indent="0">
              <a:spcAft>
                <a:spcPts val="200"/>
              </a:spcAft>
              <a:buNone/>
            </a:pPr>
            <a:endParaRPr lang="en-US" sz="1050" dirty="0">
              <a:latin typeface="Source Sans Pro" panose="020B0503030403020204" pitchFamily="34" charset="0"/>
              <a:ea typeface="Source Sans Pro" panose="020B0503030403020204" pitchFamily="34" charset="0"/>
            </a:endParaRPr>
          </a:p>
          <a:p>
            <a:pPr marL="0" indent="0">
              <a:lnSpc>
                <a:spcPct val="130000"/>
              </a:lnSpc>
              <a:spcAft>
                <a:spcPts val="2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These serve as traffic drivers, brand builders, and customer acquisition tools despite direct losses.</a:t>
            </a:r>
            <a:endParaRPr lang="en-US" sz="1050" dirty="0">
              <a:latin typeface="Source Sans Pro" panose="020B0503030403020204" pitchFamily="34" charset="0"/>
              <a:ea typeface="Source Sans Pro" panose="020B0503030403020204" pitchFamily="34" charset="0"/>
            </a:endParaRPr>
          </a:p>
        </p:txBody>
      </p:sp>
      <p:sp>
        <p:nvSpPr>
          <p:cNvPr id="14" name="Shape 10"/>
          <p:cNvSpPr/>
          <p:nvPr/>
        </p:nvSpPr>
        <p:spPr>
          <a:xfrm>
            <a:off x="4754880" y="1325880"/>
            <a:ext cx="3931920" cy="301752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15" name="Shape 11"/>
          <p:cNvSpPr/>
          <p:nvPr/>
        </p:nvSpPr>
        <p:spPr>
          <a:xfrm>
            <a:off x="4754880" y="1325880"/>
            <a:ext cx="3931920" cy="45720"/>
          </a:xfrm>
          <a:prstGeom prst="rect">
            <a:avLst/>
          </a:prstGeom>
          <a:solidFill>
            <a:srgbClr val="48BB78"/>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4937760" y="1508760"/>
            <a:ext cx="274320" cy="274320"/>
          </a:xfrm>
          <a:prstGeom prst="rect">
            <a:avLst/>
          </a:prstGeom>
        </p:spPr>
      </p:pic>
      <p:sp>
        <p:nvSpPr>
          <p:cNvPr id="17" name="Text 12"/>
          <p:cNvSpPr/>
          <p:nvPr/>
        </p:nvSpPr>
        <p:spPr>
          <a:xfrm>
            <a:off x="5303520" y="1463040"/>
            <a:ext cx="3200400" cy="365760"/>
          </a:xfrm>
          <a:prstGeom prst="rect">
            <a:avLst/>
          </a:prstGeom>
          <a:noFill/>
          <a:ln/>
        </p:spPr>
        <p:txBody>
          <a:bodyPr wrap="square" lIns="0" tIns="0" rIns="0" bIns="0" rtlCol="0" anchor="ctr"/>
          <a:lstStyle/>
          <a:p>
            <a:pPr marL="0" indent="0">
              <a:buNone/>
            </a:pPr>
            <a:r>
              <a:rPr lang="en-US" sz="1600" b="1" dirty="0">
                <a:solidFill>
                  <a:srgbClr val="48BB78"/>
                </a:solidFill>
                <a:latin typeface="Avenir Book" panose="02000503020000020003" pitchFamily="2" charset="0"/>
                <a:ea typeface="Georgia" pitchFamily="34" charset="-122"/>
                <a:cs typeface="Georgia" pitchFamily="34" charset="-120"/>
              </a:rPr>
              <a:t>Independent Artists</a:t>
            </a:r>
            <a:endParaRPr lang="en-US" sz="1600" dirty="0">
              <a:latin typeface="Avenir Book" panose="02000503020000020003" pitchFamily="2" charset="0"/>
            </a:endParaRPr>
          </a:p>
        </p:txBody>
      </p:sp>
      <p:sp>
        <p:nvSpPr>
          <p:cNvPr id="18" name="Text 13"/>
          <p:cNvSpPr/>
          <p:nvPr/>
        </p:nvSpPr>
        <p:spPr>
          <a:xfrm>
            <a:off x="4937760" y="1828800"/>
            <a:ext cx="3474720" cy="22860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950 albums  |  81.7% of catalog</a:t>
            </a:r>
            <a:endParaRPr lang="en-US" sz="1000" dirty="0">
              <a:latin typeface="Source Sans Pro" panose="020B0503030403020204" pitchFamily="34" charset="0"/>
              <a:ea typeface="Source Sans Pro" panose="020B0503030403020204" pitchFamily="34" charset="0"/>
            </a:endParaRPr>
          </a:p>
        </p:txBody>
      </p:sp>
      <p:sp>
        <p:nvSpPr>
          <p:cNvPr id="19" name="Text 14"/>
          <p:cNvSpPr/>
          <p:nvPr/>
        </p:nvSpPr>
        <p:spPr>
          <a:xfrm>
            <a:off x="4937760" y="2148840"/>
            <a:ext cx="3566160" cy="2011680"/>
          </a:xfrm>
          <a:prstGeom prst="rect">
            <a:avLst/>
          </a:prstGeom>
          <a:noFill/>
          <a:ln/>
        </p:spPr>
        <p:txBody>
          <a:bodyPr wrap="square" lIns="0" tIns="0" rIns="0" bIns="0" rtlCol="0" anchor="t"/>
          <a:lstStyle/>
          <a:p>
            <a:pPr marL="0" indent="0">
              <a:lnSpc>
                <a:spcPct val="130000"/>
              </a:lnSpc>
              <a:spcAft>
                <a:spcPts val="2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Lower licensing costs allow for profitable unit economics on many titles</a:t>
            </a:r>
            <a:endParaRPr lang="en-US" sz="1050" dirty="0">
              <a:latin typeface="Source Sans Pro" panose="020B0503030403020204" pitchFamily="34" charset="0"/>
              <a:ea typeface="Source Sans Pro" panose="020B0503030403020204" pitchFamily="34" charset="0"/>
            </a:endParaRPr>
          </a:p>
          <a:p>
            <a:pPr marL="0" indent="0">
              <a:spcAft>
                <a:spcPts val="200"/>
              </a:spcAft>
              <a:buNone/>
            </a:pPr>
            <a:endParaRPr lang="en-US" sz="1050" dirty="0">
              <a:latin typeface="Source Sans Pro" panose="020B0503030403020204" pitchFamily="34" charset="0"/>
              <a:ea typeface="Source Sans Pro" panose="020B0503030403020204" pitchFamily="34" charset="0"/>
            </a:endParaRPr>
          </a:p>
          <a:p>
            <a:pPr marL="0" indent="0">
              <a:spcAft>
                <a:spcPts val="200"/>
              </a:spcAft>
              <a:buNone/>
            </a:pPr>
            <a:r>
              <a:rPr lang="en-US" sz="1050" b="1" dirty="0">
                <a:solidFill>
                  <a:srgbClr val="2D3748"/>
                </a:solidFill>
                <a:latin typeface="Source Sans Pro" panose="020B0503030403020204" pitchFamily="34" charset="0"/>
                <a:ea typeface="Source Sans Pro" panose="020B0503030403020204" pitchFamily="34" charset="0"/>
                <a:cs typeface="Calibri" pitchFamily="34" charset="-120"/>
              </a:rPr>
              <a:t>Top performers:</a:t>
            </a:r>
            <a:endParaRPr lang="en-US" sz="1050" dirty="0">
              <a:latin typeface="Source Sans Pro" panose="020B0503030403020204" pitchFamily="34" charset="0"/>
              <a:ea typeface="Source Sans Pro" panose="020B0503030403020204" pitchFamily="34" charset="0"/>
            </a:endParaRPr>
          </a:p>
          <a:p>
            <a:pPr marL="342900" indent="-342900">
              <a:spcAft>
                <a:spcPts val="200"/>
              </a:spcAft>
              <a:buSzPct val="10000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Terri Carey — Velvet Dreams ($8,408 profit)</a:t>
            </a:r>
            <a:endParaRPr lang="en-US" sz="1050" dirty="0">
              <a:latin typeface="Source Sans Pro" panose="020B0503030403020204" pitchFamily="34" charset="0"/>
              <a:ea typeface="Source Sans Pro" panose="020B0503030403020204" pitchFamily="34" charset="0"/>
            </a:endParaRPr>
          </a:p>
          <a:p>
            <a:pPr marL="342900" indent="-342900">
              <a:spcAft>
                <a:spcPts val="200"/>
              </a:spcAft>
              <a:buSzPct val="10000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Jennifer White — Obsidian Whispers ($7,746)</a:t>
            </a:r>
            <a:endParaRPr lang="en-US" sz="1050" dirty="0">
              <a:latin typeface="Source Sans Pro" panose="020B0503030403020204" pitchFamily="34" charset="0"/>
              <a:ea typeface="Source Sans Pro" panose="020B0503030403020204" pitchFamily="34" charset="0"/>
            </a:endParaRPr>
          </a:p>
          <a:p>
            <a:pPr marL="342900" indent="-342900">
              <a:spcAft>
                <a:spcPts val="200"/>
              </a:spcAft>
              <a:buSzPct val="10000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Scott Lopez — Frost Desire ($6,514)</a:t>
            </a:r>
            <a:endParaRPr lang="en-US" sz="1050" dirty="0">
              <a:latin typeface="Source Sans Pro" panose="020B0503030403020204" pitchFamily="34" charset="0"/>
              <a:ea typeface="Source Sans Pro" panose="020B0503030403020204" pitchFamily="34" charset="0"/>
            </a:endParaRPr>
          </a:p>
          <a:p>
            <a:pPr marL="0" indent="0">
              <a:spcAft>
                <a:spcPts val="200"/>
              </a:spcAft>
              <a:buNone/>
            </a:pPr>
            <a:endParaRPr lang="en-US" sz="1050" dirty="0">
              <a:latin typeface="Source Sans Pro" panose="020B0503030403020204" pitchFamily="34" charset="0"/>
              <a:ea typeface="Source Sans Pro" panose="020B0503030403020204" pitchFamily="34" charset="0"/>
            </a:endParaRPr>
          </a:p>
          <a:p>
            <a:pPr marL="0" indent="0">
              <a:lnSpc>
                <a:spcPct val="130000"/>
              </a:lnSpc>
              <a:spcAft>
                <a:spcPts val="2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The long-tail of indie catalog drives the profitable core of the business.</a:t>
            </a:r>
            <a:endParaRPr lang="en-US" sz="105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Profit &amp; Loss Analysis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Calibri" pitchFamily="34" charset="0"/>
                <a:ea typeface="Calibri" pitchFamily="34" charset="-122"/>
                <a:cs typeface="Calibri" pitchFamily="34" charset="-120"/>
              </a:rPr>
              <a:t>Music Retail Analytics  |  Data Warehouse &amp; SQL-First System</a:t>
            </a:r>
            <a:endParaRPr lang="en-US" sz="800" dirty="0"/>
          </a:p>
        </p:txBody>
      </p:sp>
      <p:sp>
        <p:nvSpPr>
          <p:cNvPr id="8" name="Shape 5"/>
          <p:cNvSpPr/>
          <p:nvPr/>
        </p:nvSpPr>
        <p:spPr>
          <a:xfrm>
            <a:off x="45720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25880"/>
            <a:ext cx="2560320" cy="45720"/>
          </a:xfrm>
          <a:prstGeom prst="rect">
            <a:avLst/>
          </a:prstGeom>
          <a:solidFill>
            <a:srgbClr val="48BB78"/>
          </a:solidFill>
          <a:ln/>
        </p:spPr>
        <p:txBody>
          <a:bodyPr/>
          <a:lstStyle/>
          <a:p>
            <a:endParaRPr lang="en-US"/>
          </a:p>
        </p:txBody>
      </p:sp>
      <p:sp>
        <p:nvSpPr>
          <p:cNvPr id="10" name="Text 7"/>
          <p:cNvSpPr/>
          <p:nvPr/>
        </p:nvSpPr>
        <p:spPr>
          <a:xfrm>
            <a:off x="457200" y="1463040"/>
            <a:ext cx="2560320" cy="594360"/>
          </a:xfrm>
          <a:prstGeom prst="rect">
            <a:avLst/>
          </a:prstGeom>
          <a:noFill/>
          <a:ln/>
        </p:spPr>
        <p:txBody>
          <a:bodyPr wrap="square" lIns="0" tIns="0" rIns="0" bIns="0" rtlCol="0" anchor="ctr"/>
          <a:lstStyle/>
          <a:p>
            <a:pPr marL="0" indent="0" algn="ctr">
              <a:buNone/>
            </a:pPr>
            <a:r>
              <a:rPr lang="en-US" sz="2800" b="1" dirty="0">
                <a:solidFill>
                  <a:srgbClr val="48BB78"/>
                </a:solidFill>
                <a:latin typeface="Avenir Book" panose="02000503020000020003" pitchFamily="2" charset="0"/>
                <a:ea typeface="Georgia" pitchFamily="34" charset="-122"/>
                <a:cs typeface="Georgia" pitchFamily="34" charset="-120"/>
              </a:rPr>
              <a:t>49</a:t>
            </a:r>
            <a:endParaRPr lang="en-US" sz="2800" dirty="0">
              <a:latin typeface="Avenir Book" panose="02000503020000020003" pitchFamily="2" charset="0"/>
            </a:endParaRPr>
          </a:p>
        </p:txBody>
      </p:sp>
      <p:sp>
        <p:nvSpPr>
          <p:cNvPr id="11" name="Text 8"/>
          <p:cNvSpPr/>
          <p:nvPr/>
        </p:nvSpPr>
        <p:spPr>
          <a:xfrm>
            <a:off x="45720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Profitable Albums</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329184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3291840" y="1325880"/>
            <a:ext cx="2560320" cy="45720"/>
          </a:xfrm>
          <a:prstGeom prst="rect">
            <a:avLst/>
          </a:prstGeom>
          <a:solidFill>
            <a:srgbClr val="FF6B6B"/>
          </a:solidFill>
          <a:ln/>
        </p:spPr>
        <p:txBody>
          <a:bodyPr/>
          <a:lstStyle/>
          <a:p>
            <a:endParaRPr lang="en-US"/>
          </a:p>
        </p:txBody>
      </p:sp>
      <p:sp>
        <p:nvSpPr>
          <p:cNvPr id="14" name="Text 11"/>
          <p:cNvSpPr/>
          <p:nvPr/>
        </p:nvSpPr>
        <p:spPr>
          <a:xfrm>
            <a:off x="3291840" y="1463040"/>
            <a:ext cx="2560320" cy="594360"/>
          </a:xfrm>
          <a:prstGeom prst="rect">
            <a:avLst/>
          </a:prstGeom>
          <a:noFill/>
          <a:ln/>
        </p:spPr>
        <p:txBody>
          <a:bodyPr wrap="square" lIns="0" tIns="0" rIns="0" bIns="0" rtlCol="0" anchor="ctr"/>
          <a:lstStyle/>
          <a:p>
            <a:pPr marL="0" indent="0" algn="ctr">
              <a:buNone/>
            </a:pPr>
            <a:r>
              <a:rPr lang="en-US" sz="2800" b="1" dirty="0">
                <a:solidFill>
                  <a:srgbClr val="FF6B6B"/>
                </a:solidFill>
                <a:latin typeface="Avenir Book" panose="02000503020000020003" pitchFamily="2" charset="0"/>
                <a:ea typeface="Georgia" pitchFamily="34" charset="-122"/>
                <a:cs typeface="Georgia" pitchFamily="34" charset="-120"/>
              </a:rPr>
              <a:t>1,112</a:t>
            </a:r>
            <a:endParaRPr lang="en-US" sz="2800" dirty="0">
              <a:latin typeface="Avenir Book" panose="02000503020000020003" pitchFamily="2" charset="0"/>
            </a:endParaRPr>
          </a:p>
        </p:txBody>
      </p:sp>
      <p:sp>
        <p:nvSpPr>
          <p:cNvPr id="15" name="Text 12"/>
          <p:cNvSpPr/>
          <p:nvPr/>
        </p:nvSpPr>
        <p:spPr>
          <a:xfrm>
            <a:off x="329184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Loss-Making Albums</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612648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6126480" y="1325880"/>
            <a:ext cx="2560320" cy="45720"/>
          </a:xfrm>
          <a:prstGeom prst="rect">
            <a:avLst/>
          </a:prstGeom>
          <a:solidFill>
            <a:srgbClr val="F4C652"/>
          </a:solidFill>
          <a:ln/>
        </p:spPr>
        <p:txBody>
          <a:bodyPr/>
          <a:lstStyle/>
          <a:p>
            <a:endParaRPr lang="en-US"/>
          </a:p>
        </p:txBody>
      </p:sp>
      <p:sp>
        <p:nvSpPr>
          <p:cNvPr id="18" name="Text 15"/>
          <p:cNvSpPr/>
          <p:nvPr/>
        </p:nvSpPr>
        <p:spPr>
          <a:xfrm>
            <a:off x="6126480" y="1463040"/>
            <a:ext cx="256032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Avenir Book" panose="02000503020000020003" pitchFamily="2" charset="0"/>
                <a:ea typeface="Georgia" pitchFamily="34" charset="-122"/>
                <a:cs typeface="Georgia" pitchFamily="34" charset="-120"/>
              </a:rPr>
              <a:t>4.2%</a:t>
            </a:r>
            <a:endParaRPr lang="en-US" sz="2800" dirty="0">
              <a:latin typeface="Avenir Book" panose="02000503020000020003" pitchFamily="2" charset="0"/>
            </a:endParaRPr>
          </a:p>
        </p:txBody>
      </p:sp>
      <p:sp>
        <p:nvSpPr>
          <p:cNvPr id="19" name="Text 16"/>
          <p:cNvSpPr/>
          <p:nvPr/>
        </p:nvSpPr>
        <p:spPr>
          <a:xfrm>
            <a:off x="612648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Profit Rate</a:t>
            </a:r>
            <a:endParaRPr lang="en-US" sz="1000" dirty="0">
              <a:latin typeface="Source Sans Pro" panose="020B0503030403020204" pitchFamily="34" charset="0"/>
              <a:ea typeface="Source Sans Pro" panose="020B0503030403020204" pitchFamily="34" charset="0"/>
            </a:endParaRPr>
          </a:p>
        </p:txBody>
      </p:sp>
      <p:sp>
        <p:nvSpPr>
          <p:cNvPr id="20" name="Shape 17"/>
          <p:cNvSpPr/>
          <p:nvPr/>
        </p:nvSpPr>
        <p:spPr>
          <a:xfrm>
            <a:off x="457200" y="2491739"/>
            <a:ext cx="8229600" cy="2204952"/>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pic>
        <p:nvPicPr>
          <p:cNvPr id="21" name="Image 1" descr="preencoded.png"/>
          <p:cNvPicPr>
            <a:picLocks noChangeAspect="1"/>
          </p:cNvPicPr>
          <p:nvPr/>
        </p:nvPicPr>
        <p:blipFill>
          <a:blip r:embed="rId4"/>
          <a:stretch>
            <a:fillRect/>
          </a:stretch>
        </p:blipFill>
        <p:spPr>
          <a:xfrm>
            <a:off x="777240" y="2571750"/>
            <a:ext cx="137160" cy="137160"/>
          </a:xfrm>
          <a:prstGeom prst="rect">
            <a:avLst/>
          </a:prstGeom>
        </p:spPr>
      </p:pic>
      <p:sp>
        <p:nvSpPr>
          <p:cNvPr id="22" name="Text 18"/>
          <p:cNvSpPr/>
          <p:nvPr/>
        </p:nvSpPr>
        <p:spPr>
          <a:xfrm>
            <a:off x="1051560" y="2488415"/>
            <a:ext cx="7315200" cy="300505"/>
          </a:xfrm>
          <a:prstGeom prst="rect">
            <a:avLst/>
          </a:prstGeom>
          <a:noFill/>
          <a:ln/>
        </p:spPr>
        <p:txBody>
          <a:bodyPr wrap="square" lIns="0" tIns="0" rIns="0" bIns="0" rtlCol="0" anchor="ctr"/>
          <a:lstStyle/>
          <a:p>
            <a:pPr marL="0" indent="0">
              <a:buNone/>
            </a:pPr>
            <a:r>
              <a:rPr lang="en-US" sz="1400" b="1" dirty="0">
                <a:solidFill>
                  <a:srgbClr val="0F1B2D"/>
                </a:solidFill>
                <a:latin typeface="Avenir Book" panose="02000503020000020003" pitchFamily="2" charset="0"/>
                <a:ea typeface="Georgia" pitchFamily="34" charset="-122"/>
                <a:cs typeface="Georgia" pitchFamily="34" charset="-120"/>
              </a:rPr>
              <a:t>Understanding the Negative Profit Pattern</a:t>
            </a:r>
            <a:endParaRPr lang="en-US" sz="1400" dirty="0">
              <a:latin typeface="Avenir Book" panose="02000503020000020003" pitchFamily="2" charset="0"/>
            </a:endParaRPr>
          </a:p>
        </p:txBody>
      </p:sp>
      <p:sp>
        <p:nvSpPr>
          <p:cNvPr id="23" name="Text 19"/>
          <p:cNvSpPr/>
          <p:nvPr/>
        </p:nvSpPr>
        <p:spPr>
          <a:xfrm>
            <a:off x="581891" y="2810844"/>
            <a:ext cx="7980218" cy="1792224"/>
          </a:xfrm>
          <a:prstGeom prst="rect">
            <a:avLst/>
          </a:prstGeom>
          <a:noFill/>
          <a:ln/>
        </p:spPr>
        <p:txBody>
          <a:bodyPr wrap="square" lIns="0" tIns="0" rIns="0" bIns="0" rtlCol="0" anchor="t"/>
          <a:lstStyle/>
          <a:p>
            <a:pPr marL="0" indent="0">
              <a:spcAft>
                <a:spcPts val="1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The majority of albums showing losses is an intentional design feature of this analytical system, reflecting real-world business scenarios:</a:t>
            </a:r>
          </a:p>
          <a:p>
            <a:pPr marL="0" indent="0">
              <a:spcAft>
                <a:spcPts val="100"/>
              </a:spcAft>
              <a:buNone/>
            </a:pPr>
            <a:endParaRPr lang="en-US" sz="1050" dirty="0">
              <a:solidFill>
                <a:srgbClr val="2D3748"/>
              </a:solidFill>
              <a:latin typeface="Source Sans Pro" panose="020B0503030403020204" pitchFamily="34" charset="0"/>
              <a:ea typeface="Source Sans Pro" panose="020B0503030403020204" pitchFamily="34" charset="0"/>
              <a:cs typeface="Calibri" pitchFamily="34" charset="-120"/>
            </a:endParaRPr>
          </a:p>
          <a:p>
            <a:pPr marL="342900" indent="-342900">
              <a:spcAft>
                <a:spcPts val="100"/>
              </a:spcAft>
              <a:buSzPct val="100000"/>
              <a:buChar char="•"/>
            </a:pPr>
            <a:r>
              <a:rPr lang="en-US" sz="1050" b="1" dirty="0">
                <a:solidFill>
                  <a:srgbClr val="2D3748"/>
                </a:solidFill>
                <a:latin typeface="Source Sans Pro" panose="020B0503030403020204" pitchFamily="34" charset="0"/>
                <a:ea typeface="Source Sans Pro" panose="020B0503030403020204" pitchFamily="34" charset="0"/>
                <a:cs typeface="Calibri" pitchFamily="34" charset="-120"/>
              </a:rPr>
              <a:t>High licensing &amp; royalty costs</a:t>
            </a:r>
            <a:endParaRPr lang="en-US" sz="1050" dirty="0">
              <a:latin typeface="Source Sans Pro" panose="020B0503030403020204" pitchFamily="34" charset="0"/>
              <a:ea typeface="Source Sans Pro" panose="020B0503030403020204" pitchFamily="34" charset="0"/>
            </a:endParaRPr>
          </a:p>
          <a:p>
            <a:pPr marL="0" indent="0">
              <a:spcAft>
                <a:spcPts val="1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 	 Famous artists command premium rates that often exceed per-unit revenue</a:t>
            </a:r>
            <a:endParaRPr lang="en-US" sz="1050" dirty="0">
              <a:latin typeface="Source Sans Pro" panose="020B0503030403020204" pitchFamily="34" charset="0"/>
              <a:ea typeface="Source Sans Pro" panose="020B0503030403020204" pitchFamily="34" charset="0"/>
            </a:endParaRPr>
          </a:p>
          <a:p>
            <a:pPr marL="342900" indent="-342900">
              <a:spcAft>
                <a:spcPts val="100"/>
              </a:spcAft>
              <a:buSzPct val="100000"/>
              <a:buChar char="•"/>
            </a:pPr>
            <a:r>
              <a:rPr lang="en-US" sz="1050" b="1" dirty="0">
                <a:solidFill>
                  <a:srgbClr val="2D3748"/>
                </a:solidFill>
                <a:latin typeface="Source Sans Pro" panose="020B0503030403020204" pitchFamily="34" charset="0"/>
                <a:ea typeface="Source Sans Pro" panose="020B0503030403020204" pitchFamily="34" charset="0"/>
                <a:cs typeface="Calibri" pitchFamily="34" charset="-120"/>
              </a:rPr>
              <a:t>Strategic loss-leader positioning</a:t>
            </a:r>
            <a:endParaRPr lang="en-US" sz="1050" dirty="0">
              <a:latin typeface="Source Sans Pro" panose="020B0503030403020204" pitchFamily="34" charset="0"/>
              <a:ea typeface="Source Sans Pro" panose="020B0503030403020204" pitchFamily="34" charset="0"/>
            </a:endParaRPr>
          </a:p>
          <a:p>
            <a:pPr marL="0" indent="0">
              <a:spcAft>
                <a:spcPts val="1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 	 Popular albums attract customers who then purchase profitable indie titles</a:t>
            </a:r>
            <a:endParaRPr lang="en-US" sz="1050" dirty="0">
              <a:latin typeface="Source Sans Pro" panose="020B0503030403020204" pitchFamily="34" charset="0"/>
              <a:ea typeface="Source Sans Pro" panose="020B0503030403020204" pitchFamily="34" charset="0"/>
            </a:endParaRPr>
          </a:p>
          <a:p>
            <a:pPr marL="342900" indent="-342900">
              <a:spcAft>
                <a:spcPts val="100"/>
              </a:spcAft>
              <a:buSzPct val="100000"/>
              <a:buChar char="•"/>
            </a:pPr>
            <a:r>
              <a:rPr lang="en-US" sz="1050" b="1" dirty="0">
                <a:solidFill>
                  <a:srgbClr val="2D3748"/>
                </a:solidFill>
                <a:latin typeface="Source Sans Pro" panose="020B0503030403020204" pitchFamily="34" charset="0"/>
                <a:ea typeface="Source Sans Pro" panose="020B0503030403020204" pitchFamily="34" charset="0"/>
                <a:cs typeface="Calibri" pitchFamily="34" charset="-120"/>
              </a:rPr>
              <a:t>Vendor cost variability</a:t>
            </a:r>
            <a:endParaRPr lang="en-US" sz="1050" dirty="0">
              <a:latin typeface="Source Sans Pro" panose="020B0503030403020204" pitchFamily="34" charset="0"/>
              <a:ea typeface="Source Sans Pro" panose="020B0503030403020204" pitchFamily="34" charset="0"/>
            </a:endParaRPr>
          </a:p>
          <a:p>
            <a:pPr marL="0" indent="0">
              <a:spcAft>
                <a:spcPts val="1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 	 Procurement costs vary significantly across 200 vendors, creating margin pressure</a:t>
            </a:r>
            <a:endParaRPr lang="en-US" sz="1050" dirty="0">
              <a:latin typeface="Source Sans Pro" panose="020B0503030403020204" pitchFamily="34" charset="0"/>
              <a:ea typeface="Source Sans Pro" panose="020B0503030403020204" pitchFamily="34" charset="0"/>
            </a:endParaRPr>
          </a:p>
          <a:p>
            <a:pPr marL="342900" indent="-342900">
              <a:spcAft>
                <a:spcPts val="100"/>
              </a:spcAft>
              <a:buSzPct val="100000"/>
              <a:buChar char="•"/>
            </a:pPr>
            <a:r>
              <a:rPr lang="en-US" sz="1050" b="1" dirty="0">
                <a:solidFill>
                  <a:srgbClr val="2D3748"/>
                </a:solidFill>
                <a:latin typeface="Source Sans Pro" panose="020B0503030403020204" pitchFamily="34" charset="0"/>
                <a:ea typeface="Source Sans Pro" panose="020B0503030403020204" pitchFamily="34" charset="0"/>
                <a:cs typeface="Calibri" pitchFamily="34" charset="-120"/>
              </a:rPr>
              <a:t>Catalog depth economics</a:t>
            </a:r>
            <a:endParaRPr lang="en-US" sz="1050" dirty="0">
              <a:latin typeface="Source Sans Pro" panose="020B0503030403020204" pitchFamily="34" charset="0"/>
              <a:ea typeface="Source Sans Pro" panose="020B0503030403020204" pitchFamily="34" charset="0"/>
            </a:endParaRPr>
          </a:p>
          <a:p>
            <a:pPr marL="0" indent="0">
              <a:spcAft>
                <a:spcPts val="100"/>
              </a:spcAft>
              <a:buNone/>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 	 Maintaining breadth (1,163 albums) ensures customer retention even at individual-title losses</a:t>
            </a:r>
            <a:endParaRPr lang="en-US" sz="105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Vendor &amp; Procurement Insights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Shape 5"/>
          <p:cNvSpPr/>
          <p:nvPr/>
        </p:nvSpPr>
        <p:spPr>
          <a:xfrm>
            <a:off x="45720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6"/>
          <p:cNvSpPr/>
          <p:nvPr/>
        </p:nvSpPr>
        <p:spPr>
          <a:xfrm>
            <a:off x="457200" y="1325880"/>
            <a:ext cx="2560320" cy="45720"/>
          </a:xfrm>
          <a:prstGeom prst="rect">
            <a:avLst/>
          </a:prstGeom>
          <a:solidFill>
            <a:srgbClr val="00C2A8"/>
          </a:solidFill>
          <a:ln/>
        </p:spPr>
        <p:txBody>
          <a:bodyPr/>
          <a:lstStyle/>
          <a:p>
            <a:endParaRPr lang="en-US"/>
          </a:p>
        </p:txBody>
      </p:sp>
      <p:sp>
        <p:nvSpPr>
          <p:cNvPr id="10" name="Text 7"/>
          <p:cNvSpPr/>
          <p:nvPr/>
        </p:nvSpPr>
        <p:spPr>
          <a:xfrm>
            <a:off x="457200" y="1463040"/>
            <a:ext cx="2560320" cy="594360"/>
          </a:xfrm>
          <a:prstGeom prst="rect">
            <a:avLst/>
          </a:prstGeom>
          <a:noFill/>
          <a:ln/>
        </p:spPr>
        <p:txBody>
          <a:bodyPr wrap="square" lIns="0" tIns="0" rIns="0" bIns="0" rtlCol="0" anchor="ctr"/>
          <a:lstStyle/>
          <a:p>
            <a:pPr marL="0" indent="0" algn="ctr">
              <a:buNone/>
            </a:pPr>
            <a:r>
              <a:rPr lang="en-US" sz="2800" b="1" dirty="0">
                <a:solidFill>
                  <a:srgbClr val="00C2A8"/>
                </a:solidFill>
                <a:latin typeface="Avenir Book" panose="02000503020000020003" pitchFamily="2" charset="0"/>
                <a:ea typeface="Georgia" pitchFamily="34" charset="-122"/>
                <a:cs typeface="Georgia" pitchFamily="34" charset="-120"/>
              </a:rPr>
              <a:t>200</a:t>
            </a:r>
            <a:endParaRPr lang="en-US" sz="2800" dirty="0">
              <a:latin typeface="Avenir Book" panose="02000503020000020003" pitchFamily="2" charset="0"/>
            </a:endParaRPr>
          </a:p>
        </p:txBody>
      </p:sp>
      <p:sp>
        <p:nvSpPr>
          <p:cNvPr id="11" name="Text 8"/>
          <p:cNvSpPr/>
          <p:nvPr/>
        </p:nvSpPr>
        <p:spPr>
          <a:xfrm>
            <a:off x="45720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Active Vendors</a:t>
            </a:r>
            <a:endParaRPr lang="en-US" sz="1000" dirty="0">
              <a:latin typeface="Source Sans Pro" panose="020B0503030403020204" pitchFamily="34" charset="0"/>
              <a:ea typeface="Source Sans Pro" panose="020B0503030403020204" pitchFamily="34" charset="0"/>
            </a:endParaRPr>
          </a:p>
        </p:txBody>
      </p:sp>
      <p:sp>
        <p:nvSpPr>
          <p:cNvPr id="12" name="Shape 9"/>
          <p:cNvSpPr/>
          <p:nvPr/>
        </p:nvSpPr>
        <p:spPr>
          <a:xfrm>
            <a:off x="329184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3" name="Shape 10"/>
          <p:cNvSpPr/>
          <p:nvPr/>
        </p:nvSpPr>
        <p:spPr>
          <a:xfrm>
            <a:off x="3291840" y="1325880"/>
            <a:ext cx="2560320" cy="45720"/>
          </a:xfrm>
          <a:prstGeom prst="rect">
            <a:avLst/>
          </a:prstGeom>
          <a:solidFill>
            <a:srgbClr val="4299E1"/>
          </a:solidFill>
          <a:ln/>
        </p:spPr>
        <p:txBody>
          <a:bodyPr/>
          <a:lstStyle/>
          <a:p>
            <a:endParaRPr lang="en-US"/>
          </a:p>
        </p:txBody>
      </p:sp>
      <p:sp>
        <p:nvSpPr>
          <p:cNvPr id="14" name="Text 11"/>
          <p:cNvSpPr/>
          <p:nvPr/>
        </p:nvSpPr>
        <p:spPr>
          <a:xfrm>
            <a:off x="3291840" y="1463040"/>
            <a:ext cx="2560320" cy="594360"/>
          </a:xfrm>
          <a:prstGeom prst="rect">
            <a:avLst/>
          </a:prstGeom>
          <a:noFill/>
          <a:ln/>
        </p:spPr>
        <p:txBody>
          <a:bodyPr wrap="square" lIns="0" tIns="0" rIns="0" bIns="0" rtlCol="0" anchor="ctr"/>
          <a:lstStyle/>
          <a:p>
            <a:pPr marL="0" indent="0" algn="ctr">
              <a:buNone/>
            </a:pPr>
            <a:r>
              <a:rPr lang="en-US" sz="2800" b="1" dirty="0">
                <a:solidFill>
                  <a:srgbClr val="4299E1"/>
                </a:solidFill>
                <a:latin typeface="Avenir Book" panose="02000503020000020003" pitchFamily="2" charset="0"/>
                <a:ea typeface="Georgia" pitchFamily="34" charset="-122"/>
                <a:cs typeface="Georgia" pitchFamily="34" charset="-120"/>
              </a:rPr>
              <a:t>$609K</a:t>
            </a:r>
            <a:endParaRPr lang="en-US" sz="2800" dirty="0">
              <a:latin typeface="Avenir Book" panose="02000503020000020003" pitchFamily="2" charset="0"/>
            </a:endParaRPr>
          </a:p>
        </p:txBody>
      </p:sp>
      <p:sp>
        <p:nvSpPr>
          <p:cNvPr id="15" name="Text 12"/>
          <p:cNvSpPr/>
          <p:nvPr/>
        </p:nvSpPr>
        <p:spPr>
          <a:xfrm>
            <a:off x="329184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Total Inventory Value</a:t>
            </a:r>
            <a:endParaRPr lang="en-US" sz="1000" dirty="0">
              <a:latin typeface="Source Sans Pro" panose="020B0503030403020204" pitchFamily="34" charset="0"/>
              <a:ea typeface="Source Sans Pro" panose="020B0503030403020204" pitchFamily="34" charset="0"/>
            </a:endParaRPr>
          </a:p>
        </p:txBody>
      </p:sp>
      <p:sp>
        <p:nvSpPr>
          <p:cNvPr id="16" name="Shape 13"/>
          <p:cNvSpPr/>
          <p:nvPr/>
        </p:nvSpPr>
        <p:spPr>
          <a:xfrm>
            <a:off x="6126480" y="1325880"/>
            <a:ext cx="2560320" cy="105156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sp>
        <p:nvSpPr>
          <p:cNvPr id="17" name="Shape 14"/>
          <p:cNvSpPr/>
          <p:nvPr/>
        </p:nvSpPr>
        <p:spPr>
          <a:xfrm>
            <a:off x="6126480" y="1325880"/>
            <a:ext cx="2560320" cy="45720"/>
          </a:xfrm>
          <a:prstGeom prst="rect">
            <a:avLst/>
          </a:prstGeom>
          <a:solidFill>
            <a:srgbClr val="F4C652"/>
          </a:solidFill>
          <a:ln/>
        </p:spPr>
        <p:txBody>
          <a:bodyPr/>
          <a:lstStyle/>
          <a:p>
            <a:endParaRPr lang="en-US"/>
          </a:p>
        </p:txBody>
      </p:sp>
      <p:sp>
        <p:nvSpPr>
          <p:cNvPr id="18" name="Text 15"/>
          <p:cNvSpPr/>
          <p:nvPr/>
        </p:nvSpPr>
        <p:spPr>
          <a:xfrm>
            <a:off x="6126480" y="1463040"/>
            <a:ext cx="2560320" cy="594360"/>
          </a:xfrm>
          <a:prstGeom prst="rect">
            <a:avLst/>
          </a:prstGeom>
          <a:noFill/>
          <a:ln/>
        </p:spPr>
        <p:txBody>
          <a:bodyPr wrap="square" lIns="0" tIns="0" rIns="0" bIns="0" rtlCol="0" anchor="ctr"/>
          <a:lstStyle/>
          <a:p>
            <a:pPr marL="0" indent="0" algn="ctr">
              <a:buNone/>
            </a:pPr>
            <a:r>
              <a:rPr lang="en-US" sz="2800" b="1" dirty="0">
                <a:solidFill>
                  <a:srgbClr val="F4C652"/>
                </a:solidFill>
                <a:latin typeface="Avenir Book" panose="02000503020000020003" pitchFamily="2" charset="0"/>
                <a:ea typeface="Georgia" pitchFamily="34" charset="-122"/>
                <a:cs typeface="Georgia" pitchFamily="34" charset="-120"/>
              </a:rPr>
              <a:t>$3,046</a:t>
            </a:r>
            <a:endParaRPr lang="en-US" sz="2800" dirty="0">
              <a:latin typeface="Avenir Book" panose="02000503020000020003" pitchFamily="2" charset="0"/>
            </a:endParaRPr>
          </a:p>
        </p:txBody>
      </p:sp>
      <p:sp>
        <p:nvSpPr>
          <p:cNvPr id="19" name="Text 16"/>
          <p:cNvSpPr/>
          <p:nvPr/>
        </p:nvSpPr>
        <p:spPr>
          <a:xfrm>
            <a:off x="6126480" y="2011680"/>
            <a:ext cx="2560320" cy="365760"/>
          </a:xfrm>
          <a:prstGeom prst="rect">
            <a:avLst/>
          </a:prstGeom>
          <a:noFill/>
          <a:ln/>
        </p:spPr>
        <p:txBody>
          <a:bodyPr wrap="square" lIns="0" tIns="0" rIns="0" bIns="0" rtlCol="0" anchor="t"/>
          <a:lstStyle/>
          <a:p>
            <a:pPr marL="0" indent="0" algn="ctr">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Avg per Vendor</a:t>
            </a:r>
            <a:endParaRPr lang="en-US" sz="1000" dirty="0">
              <a:latin typeface="Source Sans Pro" panose="020B0503030403020204" pitchFamily="34" charset="0"/>
              <a:ea typeface="Source Sans Pro" panose="020B0503030403020204" pitchFamily="34" charset="0"/>
            </a:endParaRPr>
          </a:p>
        </p:txBody>
      </p:sp>
      <p:graphicFrame>
        <p:nvGraphicFramePr>
          <p:cNvPr id="20" name="Chart 0"/>
          <p:cNvGraphicFramePr/>
          <p:nvPr>
            <p:extLst>
              <p:ext uri="{D42A27DB-BD31-4B8C-83A1-F6EECF244321}">
                <p14:modId xmlns:p14="http://schemas.microsoft.com/office/powerpoint/2010/main" val="4072990336"/>
              </p:ext>
            </p:extLst>
          </p:nvPr>
        </p:nvGraphicFramePr>
        <p:xfrm>
          <a:off x="274320" y="2651760"/>
          <a:ext cx="4572000" cy="192024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5166360" y="2661683"/>
            <a:ext cx="3657600" cy="192024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22" name="Image 1" descr="preencoded.png"/>
          <p:cNvPicPr>
            <a:picLocks noChangeAspect="1"/>
          </p:cNvPicPr>
          <p:nvPr/>
        </p:nvPicPr>
        <p:blipFill>
          <a:blip r:embed="rId5"/>
          <a:stretch>
            <a:fillRect/>
          </a:stretch>
        </p:blipFill>
        <p:spPr>
          <a:xfrm>
            <a:off x="5389245" y="2743641"/>
            <a:ext cx="210416" cy="210416"/>
          </a:xfrm>
          <a:prstGeom prst="rect">
            <a:avLst/>
          </a:prstGeom>
        </p:spPr>
      </p:pic>
      <p:sp>
        <p:nvSpPr>
          <p:cNvPr id="23" name="Text 18"/>
          <p:cNvSpPr/>
          <p:nvPr/>
        </p:nvSpPr>
        <p:spPr>
          <a:xfrm>
            <a:off x="5677593" y="2709896"/>
            <a:ext cx="2926080" cy="320040"/>
          </a:xfrm>
          <a:prstGeom prst="rect">
            <a:avLst/>
          </a:prstGeom>
          <a:noFill/>
          <a:ln/>
        </p:spPr>
        <p:txBody>
          <a:bodyPr wrap="square" lIns="0" tIns="0" rIns="0" bIns="0" rtlCol="0" anchor="ctr"/>
          <a:lstStyle/>
          <a:p>
            <a:pPr marL="0" indent="0">
              <a:buNone/>
            </a:pPr>
            <a:r>
              <a:rPr lang="en-US" sz="1300" b="1" dirty="0">
                <a:solidFill>
                  <a:srgbClr val="0F1B2D"/>
                </a:solidFill>
                <a:latin typeface="Avenir Book" panose="02000503020000020003" pitchFamily="2" charset="0"/>
                <a:ea typeface="Georgia" pitchFamily="34" charset="-122"/>
                <a:cs typeface="Georgia" pitchFamily="34" charset="-120"/>
              </a:rPr>
              <a:t>Procurement Insights</a:t>
            </a:r>
            <a:endParaRPr lang="en-US" sz="1300" dirty="0">
              <a:latin typeface="Avenir Book" panose="02000503020000020003" pitchFamily="2" charset="0"/>
            </a:endParaRPr>
          </a:p>
        </p:txBody>
      </p:sp>
      <p:sp>
        <p:nvSpPr>
          <p:cNvPr id="24" name="Text 19"/>
          <p:cNvSpPr/>
          <p:nvPr/>
        </p:nvSpPr>
        <p:spPr>
          <a:xfrm>
            <a:off x="5389245" y="3088593"/>
            <a:ext cx="3303270" cy="1361625"/>
          </a:xfrm>
          <a:prstGeom prst="rect">
            <a:avLst/>
          </a:prstGeom>
          <a:noFill/>
          <a:ln/>
        </p:spPr>
        <p:txBody>
          <a:bodyPr wrap="square" lIns="0" tIns="0" rIns="0" bIns="0" rtlCol="0" anchor="t"/>
          <a:lstStyle/>
          <a:p>
            <a:pPr marL="171450" indent="-171450">
              <a:lnSpc>
                <a:spcPct val="135000"/>
              </a:lnSpc>
              <a:buFont typeface="Arial" panose="020B0604020202020204" pitchFamily="34" charset="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Top 5 vendors represent ~6.2% of total inventory value, indicating a diversified supply base.</a:t>
            </a:r>
            <a:endParaRPr lang="en-US" sz="1050" dirty="0">
              <a:latin typeface="Source Sans Pro" panose="020B0503030403020204" pitchFamily="34" charset="0"/>
              <a:ea typeface="Source Sans Pro" panose="020B0503030403020204" pitchFamily="34" charset="0"/>
            </a:endParaRPr>
          </a:p>
          <a:p>
            <a:pPr marL="171450" indent="-171450">
              <a:lnSpc>
                <a:spcPct val="135000"/>
              </a:lnSpc>
              <a:buFont typeface="Arial" panose="020B0604020202020204" pitchFamily="34" charset="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No single vendor exceeds 1.6% of total inventory — low concentration risk.</a:t>
            </a:r>
            <a:endParaRPr lang="en-US" sz="1050" dirty="0">
              <a:latin typeface="Source Sans Pro" panose="020B0503030403020204" pitchFamily="34" charset="0"/>
              <a:ea typeface="Source Sans Pro" panose="020B0503030403020204" pitchFamily="34" charset="0"/>
            </a:endParaRPr>
          </a:p>
          <a:p>
            <a:pPr marL="171450" indent="-171450">
              <a:lnSpc>
                <a:spcPct val="135000"/>
              </a:lnSpc>
              <a:buFont typeface="Arial" panose="020B0604020202020204" pitchFamily="34" charset="0"/>
              <a:buChar char="•"/>
            </a:pPr>
            <a:r>
              <a:rPr lang="en-US" sz="1050" dirty="0">
                <a:solidFill>
                  <a:srgbClr val="2D3748"/>
                </a:solidFill>
                <a:latin typeface="Source Sans Pro" panose="020B0503030403020204" pitchFamily="34" charset="0"/>
                <a:ea typeface="Source Sans Pro" panose="020B0503030403020204" pitchFamily="34" charset="0"/>
                <a:cs typeface="Calibri" pitchFamily="34" charset="-120"/>
              </a:rPr>
              <a:t>Vendor-managed procurement enables scalable catalog expansion without excessive operational overhead.</a:t>
            </a:r>
            <a:endParaRPr lang="en-US" sz="105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Key Business Takeaways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Shape 5"/>
          <p:cNvSpPr/>
          <p:nvPr/>
        </p:nvSpPr>
        <p:spPr>
          <a:xfrm>
            <a:off x="457200" y="1325880"/>
            <a:ext cx="411480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40080" y="1554480"/>
            <a:ext cx="365760" cy="365760"/>
          </a:xfrm>
          <a:prstGeom prst="rect">
            <a:avLst/>
          </a:prstGeom>
        </p:spPr>
      </p:pic>
      <p:sp>
        <p:nvSpPr>
          <p:cNvPr id="10" name="Text 6"/>
          <p:cNvSpPr/>
          <p:nvPr/>
        </p:nvSpPr>
        <p:spPr>
          <a:xfrm>
            <a:off x="1143000" y="1399032"/>
            <a:ext cx="3200400" cy="292608"/>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Steady Revenue Growth</a:t>
            </a:r>
            <a:endParaRPr lang="en-US" sz="1200" dirty="0">
              <a:latin typeface="Source Sans Pro" panose="020B0503030403020204" pitchFamily="34" charset="0"/>
              <a:ea typeface="Source Sans Pro" panose="020B0503030403020204" pitchFamily="34" charset="0"/>
            </a:endParaRPr>
          </a:p>
        </p:txBody>
      </p:sp>
      <p:sp>
        <p:nvSpPr>
          <p:cNvPr id="11" name="Text 7"/>
          <p:cNvSpPr/>
          <p:nvPr/>
        </p:nvSpPr>
        <p:spPr>
          <a:xfrm>
            <a:off x="1143000" y="1709928"/>
            <a:ext cx="3200400" cy="411480"/>
          </a:xfrm>
          <a:prstGeom prst="rect">
            <a:avLst/>
          </a:prstGeom>
          <a:noFill/>
          <a:ln/>
        </p:spPr>
        <p:txBody>
          <a:bodyPr wrap="square" lIns="0" tIns="0" rIns="0" bIns="0" rtlCol="0" anchor="t"/>
          <a:lstStyle/>
          <a:p>
            <a:pPr marL="0" indent="0">
              <a:buNone/>
            </a:pPr>
            <a:r>
              <a:rPr lang="en-US" sz="950" dirty="0">
                <a:solidFill>
                  <a:srgbClr val="8896A8"/>
                </a:solidFill>
                <a:latin typeface="Source Sans Pro" panose="020B0503030403020204" pitchFamily="34" charset="0"/>
                <a:ea typeface="Source Sans Pro" panose="020B0503030403020204" pitchFamily="34" charset="0"/>
                <a:cs typeface="Calibri" pitchFamily="34" charset="-120"/>
              </a:rPr>
              <a:t>7.8% YoY growth from 2023 to 2024 with a stable $41K–$46K monthly baseline</a:t>
            </a:r>
            <a:endParaRPr lang="en-US" sz="950" dirty="0">
              <a:latin typeface="Source Sans Pro" panose="020B0503030403020204" pitchFamily="34" charset="0"/>
              <a:ea typeface="Source Sans Pro" panose="020B0503030403020204" pitchFamily="34" charset="0"/>
            </a:endParaRPr>
          </a:p>
        </p:txBody>
      </p:sp>
      <p:sp>
        <p:nvSpPr>
          <p:cNvPr id="12" name="Shape 8"/>
          <p:cNvSpPr/>
          <p:nvPr/>
        </p:nvSpPr>
        <p:spPr>
          <a:xfrm>
            <a:off x="457200" y="2377440"/>
            <a:ext cx="411480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640080" y="2606040"/>
            <a:ext cx="365760" cy="365760"/>
          </a:xfrm>
          <a:prstGeom prst="rect">
            <a:avLst/>
          </a:prstGeom>
        </p:spPr>
      </p:pic>
      <p:sp>
        <p:nvSpPr>
          <p:cNvPr id="14" name="Text 9"/>
          <p:cNvSpPr/>
          <p:nvPr/>
        </p:nvSpPr>
        <p:spPr>
          <a:xfrm>
            <a:off x="1143000" y="2450592"/>
            <a:ext cx="3200400" cy="292608"/>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Strong Customer Retention</a:t>
            </a:r>
            <a:endParaRPr lang="en-US" sz="1200" dirty="0">
              <a:latin typeface="Source Sans Pro" panose="020B0503030403020204" pitchFamily="34" charset="0"/>
              <a:ea typeface="Source Sans Pro" panose="020B0503030403020204" pitchFamily="34" charset="0"/>
            </a:endParaRPr>
          </a:p>
        </p:txBody>
      </p:sp>
      <p:sp>
        <p:nvSpPr>
          <p:cNvPr id="15" name="Text 10"/>
          <p:cNvSpPr/>
          <p:nvPr/>
        </p:nvSpPr>
        <p:spPr>
          <a:xfrm>
            <a:off x="1143000" y="2761488"/>
            <a:ext cx="3200400" cy="411480"/>
          </a:xfrm>
          <a:prstGeom prst="rect">
            <a:avLst/>
          </a:prstGeom>
          <a:noFill/>
          <a:ln/>
        </p:spPr>
        <p:txBody>
          <a:bodyPr wrap="square" lIns="0" tIns="0" rIns="0" bIns="0" rtlCol="0" anchor="t"/>
          <a:lstStyle/>
          <a:p>
            <a:pPr marL="0" indent="0">
              <a:buNone/>
            </a:pPr>
            <a:r>
              <a:rPr lang="en-US" sz="950" dirty="0">
                <a:solidFill>
                  <a:srgbClr val="8896A8"/>
                </a:solidFill>
                <a:latin typeface="Source Sans Pro" panose="020B0503030403020204" pitchFamily="34" charset="0"/>
                <a:ea typeface="Source Sans Pro" panose="020B0503030403020204" pitchFamily="34" charset="0"/>
                <a:cs typeface="Calibri" pitchFamily="34" charset="-120"/>
              </a:rPr>
              <a:t>70.7% repeat rate with 25,328 active CLV-tracked customers</a:t>
            </a:r>
            <a:endParaRPr lang="en-US" sz="950" dirty="0">
              <a:latin typeface="Source Sans Pro" panose="020B0503030403020204" pitchFamily="34" charset="0"/>
              <a:ea typeface="Source Sans Pro" panose="020B0503030403020204" pitchFamily="34" charset="0"/>
            </a:endParaRPr>
          </a:p>
        </p:txBody>
      </p:sp>
      <p:sp>
        <p:nvSpPr>
          <p:cNvPr id="16" name="Shape 11"/>
          <p:cNvSpPr/>
          <p:nvPr/>
        </p:nvSpPr>
        <p:spPr>
          <a:xfrm>
            <a:off x="457200" y="3429000"/>
            <a:ext cx="411480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640080" y="3657600"/>
            <a:ext cx="365760" cy="365760"/>
          </a:xfrm>
          <a:prstGeom prst="rect">
            <a:avLst/>
          </a:prstGeom>
        </p:spPr>
      </p:pic>
      <p:sp>
        <p:nvSpPr>
          <p:cNvPr id="18" name="Text 12"/>
          <p:cNvSpPr/>
          <p:nvPr/>
        </p:nvSpPr>
        <p:spPr>
          <a:xfrm>
            <a:off x="1143000" y="3502152"/>
            <a:ext cx="3200400" cy="292608"/>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Digital-First Success</a:t>
            </a:r>
            <a:endParaRPr lang="en-US" sz="1200" dirty="0">
              <a:latin typeface="Source Sans Pro" panose="020B0503030403020204" pitchFamily="34" charset="0"/>
              <a:ea typeface="Source Sans Pro" panose="020B0503030403020204" pitchFamily="34" charset="0"/>
            </a:endParaRPr>
          </a:p>
        </p:txBody>
      </p:sp>
      <p:sp>
        <p:nvSpPr>
          <p:cNvPr id="19" name="Text 13"/>
          <p:cNvSpPr/>
          <p:nvPr/>
        </p:nvSpPr>
        <p:spPr>
          <a:xfrm>
            <a:off x="1143000" y="3813048"/>
            <a:ext cx="3200400" cy="411480"/>
          </a:xfrm>
          <a:prstGeom prst="rect">
            <a:avLst/>
          </a:prstGeom>
          <a:noFill/>
          <a:ln/>
        </p:spPr>
        <p:txBody>
          <a:bodyPr wrap="square" lIns="0" tIns="0" rIns="0" bIns="0" rtlCol="0" anchor="t"/>
          <a:lstStyle/>
          <a:p>
            <a:pPr marL="0" indent="0">
              <a:buNone/>
            </a:pPr>
            <a:r>
              <a:rPr lang="en-US" sz="950" dirty="0">
                <a:solidFill>
                  <a:srgbClr val="8896A8"/>
                </a:solidFill>
                <a:latin typeface="Source Sans Pro" panose="020B0503030403020204" pitchFamily="34" charset="0"/>
                <a:ea typeface="Source Sans Pro" panose="020B0503030403020204" pitchFamily="34" charset="0"/>
                <a:cs typeface="Calibri" pitchFamily="34" charset="-120"/>
              </a:rPr>
              <a:t>78.6% online orders validate the digital-first strategy while maintaining physical presence</a:t>
            </a:r>
            <a:endParaRPr lang="en-US" sz="950" dirty="0">
              <a:latin typeface="Source Sans Pro" panose="020B0503030403020204" pitchFamily="34" charset="0"/>
              <a:ea typeface="Source Sans Pro" panose="020B0503030403020204" pitchFamily="34" charset="0"/>
            </a:endParaRPr>
          </a:p>
        </p:txBody>
      </p:sp>
      <p:sp>
        <p:nvSpPr>
          <p:cNvPr id="20" name="Shape 14"/>
          <p:cNvSpPr/>
          <p:nvPr/>
        </p:nvSpPr>
        <p:spPr>
          <a:xfrm>
            <a:off x="4800600" y="1325880"/>
            <a:ext cx="411480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21" name="Image 4" descr="preencoded.png"/>
          <p:cNvPicPr>
            <a:picLocks noChangeAspect="1"/>
          </p:cNvPicPr>
          <p:nvPr/>
        </p:nvPicPr>
        <p:blipFill>
          <a:blip r:embed="rId7"/>
          <a:stretch>
            <a:fillRect/>
          </a:stretch>
        </p:blipFill>
        <p:spPr>
          <a:xfrm>
            <a:off x="4983480" y="1554480"/>
            <a:ext cx="365760" cy="365760"/>
          </a:xfrm>
          <a:prstGeom prst="rect">
            <a:avLst/>
          </a:prstGeom>
        </p:spPr>
      </p:pic>
      <p:sp>
        <p:nvSpPr>
          <p:cNvPr id="22" name="Text 15"/>
          <p:cNvSpPr/>
          <p:nvPr/>
        </p:nvSpPr>
        <p:spPr>
          <a:xfrm>
            <a:off x="5486400" y="1399032"/>
            <a:ext cx="3200400" cy="292608"/>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Long-Tail Catalog Value</a:t>
            </a:r>
            <a:endParaRPr lang="en-US" sz="1200" dirty="0">
              <a:latin typeface="Source Sans Pro" panose="020B0503030403020204" pitchFamily="34" charset="0"/>
              <a:ea typeface="Source Sans Pro" panose="020B0503030403020204" pitchFamily="34" charset="0"/>
            </a:endParaRPr>
          </a:p>
        </p:txBody>
      </p:sp>
      <p:sp>
        <p:nvSpPr>
          <p:cNvPr id="23" name="Text 16"/>
          <p:cNvSpPr/>
          <p:nvPr/>
        </p:nvSpPr>
        <p:spPr>
          <a:xfrm>
            <a:off x="5486400" y="1709928"/>
            <a:ext cx="3200400" cy="411480"/>
          </a:xfrm>
          <a:prstGeom prst="rect">
            <a:avLst/>
          </a:prstGeom>
          <a:noFill/>
          <a:ln/>
        </p:spPr>
        <p:txBody>
          <a:bodyPr wrap="square" lIns="0" tIns="0" rIns="0" bIns="0" rtlCol="0" anchor="t"/>
          <a:lstStyle/>
          <a:p>
            <a:pPr marL="0" indent="0">
              <a:buNone/>
            </a:pPr>
            <a:r>
              <a:rPr lang="en-US" sz="950" dirty="0">
                <a:solidFill>
                  <a:srgbClr val="8896A8"/>
                </a:solidFill>
                <a:latin typeface="Source Sans Pro" panose="020B0503030403020204" pitchFamily="34" charset="0"/>
                <a:ea typeface="Source Sans Pro" panose="020B0503030403020204" pitchFamily="34" charset="0"/>
                <a:cs typeface="Calibri" pitchFamily="34" charset="-120"/>
              </a:rPr>
              <a:t>950 indie albums form the profitable core; famous artists drive traffic as loss leaders</a:t>
            </a:r>
            <a:endParaRPr lang="en-US" sz="950" dirty="0">
              <a:latin typeface="Source Sans Pro" panose="020B0503030403020204" pitchFamily="34" charset="0"/>
              <a:ea typeface="Source Sans Pro" panose="020B0503030403020204" pitchFamily="34" charset="0"/>
            </a:endParaRPr>
          </a:p>
        </p:txBody>
      </p:sp>
      <p:sp>
        <p:nvSpPr>
          <p:cNvPr id="24" name="Shape 17"/>
          <p:cNvSpPr/>
          <p:nvPr/>
        </p:nvSpPr>
        <p:spPr>
          <a:xfrm>
            <a:off x="4800600" y="2377440"/>
            <a:ext cx="411480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25" name="Image 5" descr="preencoded.png"/>
          <p:cNvPicPr>
            <a:picLocks noChangeAspect="1"/>
          </p:cNvPicPr>
          <p:nvPr/>
        </p:nvPicPr>
        <p:blipFill>
          <a:blip r:embed="rId8"/>
          <a:stretch>
            <a:fillRect/>
          </a:stretch>
        </p:blipFill>
        <p:spPr>
          <a:xfrm>
            <a:off x="4983480" y="2606040"/>
            <a:ext cx="365760" cy="365760"/>
          </a:xfrm>
          <a:prstGeom prst="rect">
            <a:avLst/>
          </a:prstGeom>
        </p:spPr>
      </p:pic>
      <p:sp>
        <p:nvSpPr>
          <p:cNvPr id="26" name="Text 18"/>
          <p:cNvSpPr/>
          <p:nvPr/>
        </p:nvSpPr>
        <p:spPr>
          <a:xfrm>
            <a:off x="5486400" y="2450592"/>
            <a:ext cx="3200400" cy="292608"/>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Balanced Market Presence</a:t>
            </a:r>
            <a:endParaRPr lang="en-US" sz="1200" dirty="0">
              <a:latin typeface="Source Sans Pro" panose="020B0503030403020204" pitchFamily="34" charset="0"/>
              <a:ea typeface="Source Sans Pro" panose="020B0503030403020204" pitchFamily="34" charset="0"/>
            </a:endParaRPr>
          </a:p>
        </p:txBody>
      </p:sp>
      <p:sp>
        <p:nvSpPr>
          <p:cNvPr id="27" name="Text 19"/>
          <p:cNvSpPr/>
          <p:nvPr/>
        </p:nvSpPr>
        <p:spPr>
          <a:xfrm>
            <a:off x="5486400" y="2761488"/>
            <a:ext cx="3200400" cy="411480"/>
          </a:xfrm>
          <a:prstGeom prst="rect">
            <a:avLst/>
          </a:prstGeom>
          <a:noFill/>
          <a:ln/>
        </p:spPr>
        <p:txBody>
          <a:bodyPr wrap="square" lIns="0" tIns="0" rIns="0" bIns="0" rtlCol="0" anchor="t"/>
          <a:lstStyle/>
          <a:p>
            <a:pPr marL="0" indent="0">
              <a:buNone/>
            </a:pPr>
            <a:r>
              <a:rPr lang="en-US" sz="950" dirty="0">
                <a:solidFill>
                  <a:srgbClr val="8896A8"/>
                </a:solidFill>
                <a:latin typeface="Source Sans Pro" panose="020B0503030403020204" pitchFamily="34" charset="0"/>
                <a:ea typeface="Source Sans Pro" panose="020B0503030403020204" pitchFamily="34" charset="0"/>
                <a:cs typeface="Calibri" pitchFamily="34" charset="-120"/>
              </a:rPr>
              <a:t>Near-equal US/Canada split reduces geographic concentration risk</a:t>
            </a:r>
            <a:endParaRPr lang="en-US" sz="950" dirty="0">
              <a:latin typeface="Source Sans Pro" panose="020B0503030403020204" pitchFamily="34" charset="0"/>
              <a:ea typeface="Source Sans Pro" panose="020B0503030403020204" pitchFamily="34" charset="0"/>
            </a:endParaRPr>
          </a:p>
        </p:txBody>
      </p:sp>
      <p:sp>
        <p:nvSpPr>
          <p:cNvPr id="28" name="Shape 20"/>
          <p:cNvSpPr/>
          <p:nvPr/>
        </p:nvSpPr>
        <p:spPr>
          <a:xfrm>
            <a:off x="4800600" y="3429000"/>
            <a:ext cx="4114800" cy="868680"/>
          </a:xfrm>
          <a:prstGeom prst="rect">
            <a:avLst/>
          </a:prstGeom>
          <a:solidFill>
            <a:srgbClr val="FFFFFF"/>
          </a:solidFill>
          <a:ln w="6350">
            <a:solidFill>
              <a:srgbClr val="E2E8F0"/>
            </a:solidFill>
            <a:prstDash val="solid"/>
          </a:ln>
          <a:effectLst>
            <a:outerShdw blurRad="50800" dist="12700" dir="8100000" algn="bl" rotWithShape="0">
              <a:srgbClr val="000000">
                <a:alpha val="8000"/>
              </a:srgbClr>
            </a:outerShdw>
          </a:effectLst>
        </p:spPr>
        <p:txBody>
          <a:bodyPr/>
          <a:lstStyle/>
          <a:p>
            <a:endParaRPr lang="en-US"/>
          </a:p>
        </p:txBody>
      </p:sp>
      <p:pic>
        <p:nvPicPr>
          <p:cNvPr id="29" name="Image 6" descr="preencoded.png"/>
          <p:cNvPicPr>
            <a:picLocks noChangeAspect="1"/>
          </p:cNvPicPr>
          <p:nvPr/>
        </p:nvPicPr>
        <p:blipFill>
          <a:blip r:embed="rId9"/>
          <a:stretch>
            <a:fillRect/>
          </a:stretch>
        </p:blipFill>
        <p:spPr>
          <a:xfrm>
            <a:off x="4983480" y="3657600"/>
            <a:ext cx="365760" cy="365760"/>
          </a:xfrm>
          <a:prstGeom prst="rect">
            <a:avLst/>
          </a:prstGeom>
        </p:spPr>
      </p:pic>
      <p:sp>
        <p:nvSpPr>
          <p:cNvPr id="30" name="Text 21"/>
          <p:cNvSpPr/>
          <p:nvPr/>
        </p:nvSpPr>
        <p:spPr>
          <a:xfrm>
            <a:off x="5486400" y="3502152"/>
            <a:ext cx="3200400" cy="292608"/>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Diversified Supply Chain</a:t>
            </a:r>
            <a:endParaRPr lang="en-US" sz="1200" dirty="0">
              <a:latin typeface="Source Sans Pro" panose="020B0503030403020204" pitchFamily="34" charset="0"/>
              <a:ea typeface="Source Sans Pro" panose="020B0503030403020204" pitchFamily="34" charset="0"/>
            </a:endParaRPr>
          </a:p>
        </p:txBody>
      </p:sp>
      <p:sp>
        <p:nvSpPr>
          <p:cNvPr id="31" name="Text 22"/>
          <p:cNvSpPr/>
          <p:nvPr/>
        </p:nvSpPr>
        <p:spPr>
          <a:xfrm>
            <a:off x="5486400" y="3813048"/>
            <a:ext cx="3200400" cy="411480"/>
          </a:xfrm>
          <a:prstGeom prst="rect">
            <a:avLst/>
          </a:prstGeom>
          <a:noFill/>
          <a:ln/>
        </p:spPr>
        <p:txBody>
          <a:bodyPr wrap="square" lIns="0" tIns="0" rIns="0" bIns="0" rtlCol="0" anchor="t"/>
          <a:lstStyle/>
          <a:p>
            <a:pPr marL="0" indent="0">
              <a:buNone/>
            </a:pPr>
            <a:r>
              <a:rPr lang="en-US" sz="950" dirty="0">
                <a:solidFill>
                  <a:srgbClr val="8896A8"/>
                </a:solidFill>
                <a:latin typeface="Source Sans Pro" panose="020B0503030403020204" pitchFamily="34" charset="0"/>
                <a:ea typeface="Source Sans Pro" panose="020B0503030403020204" pitchFamily="34" charset="0"/>
                <a:cs typeface="Calibri" pitchFamily="34" charset="-120"/>
              </a:rPr>
              <a:t>200 vendors with no single vendor exceeding 1.6% of inventory value</a:t>
            </a:r>
            <a:endParaRPr lang="en-US" sz="95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Strategic Interpretation &amp; Learning Outcomes</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sp>
        <p:nvSpPr>
          <p:cNvPr id="8" name="Text 5"/>
          <p:cNvSpPr/>
          <p:nvPr/>
        </p:nvSpPr>
        <p:spPr>
          <a:xfrm>
            <a:off x="548640" y="1280160"/>
            <a:ext cx="7315200" cy="365760"/>
          </a:xfrm>
          <a:prstGeom prst="rect">
            <a:avLst/>
          </a:prstGeom>
          <a:noFill/>
          <a:ln/>
        </p:spPr>
        <p:txBody>
          <a:bodyPr wrap="square" lIns="0" tIns="0" rIns="0" bIns="0" rtlCol="0" anchor="ctr"/>
          <a:lstStyle/>
          <a:p>
            <a:pPr marL="0" indent="0">
              <a:buNone/>
            </a:pPr>
            <a:r>
              <a:rPr lang="en-US" sz="1600" b="1" dirty="0">
                <a:solidFill>
                  <a:srgbClr val="0F1B2D"/>
                </a:solidFill>
                <a:latin typeface="Avenir Book" panose="02000503020000020003" pitchFamily="2" charset="0"/>
                <a:ea typeface="Georgia" pitchFamily="34" charset="-122"/>
                <a:cs typeface="Georgia" pitchFamily="34" charset="-120"/>
              </a:rPr>
              <a:t>What This System Demonstrates</a:t>
            </a:r>
            <a:endParaRPr lang="en-US" sz="1600" dirty="0">
              <a:latin typeface="Avenir Book" panose="02000503020000020003" pitchFamily="2" charset="0"/>
            </a:endParaRPr>
          </a:p>
        </p:txBody>
      </p:sp>
      <p:sp>
        <p:nvSpPr>
          <p:cNvPr id="9" name="Shape 6"/>
          <p:cNvSpPr/>
          <p:nvPr/>
        </p:nvSpPr>
        <p:spPr>
          <a:xfrm>
            <a:off x="548640" y="1783080"/>
            <a:ext cx="502920" cy="411480"/>
          </a:xfrm>
          <a:prstGeom prst="rect">
            <a:avLst/>
          </a:prstGeom>
          <a:solidFill>
            <a:srgbClr val="00C2A8"/>
          </a:solidFill>
          <a:ln/>
        </p:spPr>
        <p:txBody>
          <a:bodyPr/>
          <a:lstStyle/>
          <a:p>
            <a:endParaRPr lang="en-US"/>
          </a:p>
        </p:txBody>
      </p:sp>
      <p:sp>
        <p:nvSpPr>
          <p:cNvPr id="10" name="Text 7"/>
          <p:cNvSpPr/>
          <p:nvPr/>
        </p:nvSpPr>
        <p:spPr>
          <a:xfrm>
            <a:off x="548640" y="1783080"/>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11" name="Text 8"/>
          <p:cNvSpPr/>
          <p:nvPr/>
        </p:nvSpPr>
        <p:spPr>
          <a:xfrm>
            <a:off x="1188720" y="1783080"/>
            <a:ext cx="3200400" cy="41148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Full OLTP → OLAP Pipeline</a:t>
            </a:r>
            <a:endParaRPr lang="en-US" sz="1200" dirty="0">
              <a:latin typeface="Source Sans Pro" panose="020B0503030403020204" pitchFamily="34" charset="0"/>
              <a:ea typeface="Source Sans Pro" panose="020B0503030403020204" pitchFamily="34" charset="0"/>
            </a:endParaRPr>
          </a:p>
        </p:txBody>
      </p:sp>
      <p:sp>
        <p:nvSpPr>
          <p:cNvPr id="12" name="Text 9"/>
          <p:cNvSpPr/>
          <p:nvPr/>
        </p:nvSpPr>
        <p:spPr>
          <a:xfrm>
            <a:off x="4389120" y="1783080"/>
            <a:ext cx="4297680" cy="41148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End-to-end data warehouse design from transactional to analytical schema</a:t>
            </a:r>
            <a:endParaRPr lang="en-US" sz="1000" dirty="0">
              <a:latin typeface="Source Sans Pro" panose="020B0503030403020204" pitchFamily="34" charset="0"/>
              <a:ea typeface="Source Sans Pro" panose="020B0503030403020204" pitchFamily="34" charset="0"/>
            </a:endParaRPr>
          </a:p>
        </p:txBody>
      </p:sp>
      <p:sp>
        <p:nvSpPr>
          <p:cNvPr id="13" name="Shape 10"/>
          <p:cNvSpPr/>
          <p:nvPr/>
        </p:nvSpPr>
        <p:spPr>
          <a:xfrm>
            <a:off x="548640" y="2313432"/>
            <a:ext cx="502920" cy="411480"/>
          </a:xfrm>
          <a:prstGeom prst="rect">
            <a:avLst/>
          </a:prstGeom>
          <a:solidFill>
            <a:srgbClr val="00C2A8"/>
          </a:solidFill>
          <a:ln/>
        </p:spPr>
        <p:txBody>
          <a:bodyPr/>
          <a:lstStyle/>
          <a:p>
            <a:endParaRPr lang="en-US"/>
          </a:p>
        </p:txBody>
      </p:sp>
      <p:sp>
        <p:nvSpPr>
          <p:cNvPr id="14" name="Text 11"/>
          <p:cNvSpPr/>
          <p:nvPr/>
        </p:nvSpPr>
        <p:spPr>
          <a:xfrm>
            <a:off x="548640" y="2313432"/>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5" name="Text 12"/>
          <p:cNvSpPr/>
          <p:nvPr/>
        </p:nvSpPr>
        <p:spPr>
          <a:xfrm>
            <a:off x="1188720" y="2313432"/>
            <a:ext cx="3200400" cy="41148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SQL-First Analytics</a:t>
            </a:r>
            <a:endParaRPr lang="en-US" sz="1200" dirty="0">
              <a:latin typeface="Source Sans Pro" panose="020B0503030403020204" pitchFamily="34" charset="0"/>
              <a:ea typeface="Source Sans Pro" panose="020B0503030403020204" pitchFamily="34" charset="0"/>
            </a:endParaRPr>
          </a:p>
        </p:txBody>
      </p:sp>
      <p:sp>
        <p:nvSpPr>
          <p:cNvPr id="16" name="Text 13"/>
          <p:cNvSpPr/>
          <p:nvPr/>
        </p:nvSpPr>
        <p:spPr>
          <a:xfrm>
            <a:off x="4389120" y="2313432"/>
            <a:ext cx="4297680" cy="41148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All insights, KPIs, and aggregations derived purely through SQL — no BI tools required</a:t>
            </a:r>
            <a:endParaRPr lang="en-US" sz="1000" dirty="0">
              <a:latin typeface="Source Sans Pro" panose="020B0503030403020204" pitchFamily="34" charset="0"/>
              <a:ea typeface="Source Sans Pro" panose="020B0503030403020204" pitchFamily="34" charset="0"/>
            </a:endParaRPr>
          </a:p>
        </p:txBody>
      </p:sp>
      <p:sp>
        <p:nvSpPr>
          <p:cNvPr id="17" name="Shape 14"/>
          <p:cNvSpPr/>
          <p:nvPr/>
        </p:nvSpPr>
        <p:spPr>
          <a:xfrm>
            <a:off x="548640" y="2843784"/>
            <a:ext cx="502920" cy="411480"/>
          </a:xfrm>
          <a:prstGeom prst="rect">
            <a:avLst/>
          </a:prstGeom>
          <a:solidFill>
            <a:srgbClr val="00C2A8"/>
          </a:solidFill>
          <a:ln/>
        </p:spPr>
        <p:txBody>
          <a:bodyPr/>
          <a:lstStyle/>
          <a:p>
            <a:endParaRPr lang="en-US"/>
          </a:p>
        </p:txBody>
      </p:sp>
      <p:sp>
        <p:nvSpPr>
          <p:cNvPr id="18" name="Text 15"/>
          <p:cNvSpPr/>
          <p:nvPr/>
        </p:nvSpPr>
        <p:spPr>
          <a:xfrm>
            <a:off x="548640" y="2843784"/>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9" name="Text 16"/>
          <p:cNvSpPr/>
          <p:nvPr/>
        </p:nvSpPr>
        <p:spPr>
          <a:xfrm>
            <a:off x="1188720" y="2843784"/>
            <a:ext cx="3200400" cy="41148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Star Schema Modeling</a:t>
            </a:r>
            <a:endParaRPr lang="en-US" sz="1200" dirty="0">
              <a:latin typeface="Source Sans Pro" panose="020B0503030403020204" pitchFamily="34" charset="0"/>
              <a:ea typeface="Source Sans Pro" panose="020B0503030403020204" pitchFamily="34" charset="0"/>
            </a:endParaRPr>
          </a:p>
        </p:txBody>
      </p:sp>
      <p:sp>
        <p:nvSpPr>
          <p:cNvPr id="20" name="Text 17"/>
          <p:cNvSpPr/>
          <p:nvPr/>
        </p:nvSpPr>
        <p:spPr>
          <a:xfrm>
            <a:off x="4389120" y="2843784"/>
            <a:ext cx="4297680" cy="41148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Proper fact and dimension table design enabling efficient multi-dimensional analysis</a:t>
            </a:r>
            <a:endParaRPr lang="en-US" sz="1000" dirty="0">
              <a:latin typeface="Source Sans Pro" panose="020B0503030403020204" pitchFamily="34" charset="0"/>
              <a:ea typeface="Source Sans Pro" panose="020B0503030403020204" pitchFamily="34" charset="0"/>
            </a:endParaRPr>
          </a:p>
        </p:txBody>
      </p:sp>
      <p:sp>
        <p:nvSpPr>
          <p:cNvPr id="21" name="Shape 18"/>
          <p:cNvSpPr/>
          <p:nvPr/>
        </p:nvSpPr>
        <p:spPr>
          <a:xfrm>
            <a:off x="548640" y="3374136"/>
            <a:ext cx="502920" cy="411480"/>
          </a:xfrm>
          <a:prstGeom prst="rect">
            <a:avLst/>
          </a:prstGeom>
          <a:solidFill>
            <a:srgbClr val="00C2A8"/>
          </a:solidFill>
          <a:ln/>
        </p:spPr>
        <p:txBody>
          <a:bodyPr/>
          <a:lstStyle/>
          <a:p>
            <a:endParaRPr lang="en-US"/>
          </a:p>
        </p:txBody>
      </p:sp>
      <p:sp>
        <p:nvSpPr>
          <p:cNvPr id="22" name="Text 19"/>
          <p:cNvSpPr/>
          <p:nvPr/>
        </p:nvSpPr>
        <p:spPr>
          <a:xfrm>
            <a:off x="548640" y="3374136"/>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3" name="Text 20"/>
          <p:cNvSpPr/>
          <p:nvPr/>
        </p:nvSpPr>
        <p:spPr>
          <a:xfrm>
            <a:off x="1188720" y="3374136"/>
            <a:ext cx="3200400" cy="41148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Business Scenario Simulation</a:t>
            </a:r>
            <a:endParaRPr lang="en-US" sz="1200" dirty="0">
              <a:latin typeface="Source Sans Pro" panose="020B0503030403020204" pitchFamily="34" charset="0"/>
              <a:ea typeface="Source Sans Pro" panose="020B0503030403020204" pitchFamily="34" charset="0"/>
            </a:endParaRPr>
          </a:p>
        </p:txBody>
      </p:sp>
      <p:sp>
        <p:nvSpPr>
          <p:cNvPr id="24" name="Text 21"/>
          <p:cNvSpPr/>
          <p:nvPr/>
        </p:nvSpPr>
        <p:spPr>
          <a:xfrm>
            <a:off x="4389120" y="3374136"/>
            <a:ext cx="4297680" cy="41148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Intentional outliers (e.g., famous artist losses) demonstrate anomaly detection and strategic reasoning</a:t>
            </a:r>
            <a:endParaRPr lang="en-US" sz="1000" dirty="0">
              <a:latin typeface="Source Sans Pro" panose="020B0503030403020204" pitchFamily="34" charset="0"/>
              <a:ea typeface="Source Sans Pro" panose="020B0503030403020204" pitchFamily="34" charset="0"/>
            </a:endParaRPr>
          </a:p>
        </p:txBody>
      </p:sp>
      <p:sp>
        <p:nvSpPr>
          <p:cNvPr id="25" name="Shape 22"/>
          <p:cNvSpPr/>
          <p:nvPr/>
        </p:nvSpPr>
        <p:spPr>
          <a:xfrm>
            <a:off x="548640" y="3904488"/>
            <a:ext cx="502920" cy="411480"/>
          </a:xfrm>
          <a:prstGeom prst="rect">
            <a:avLst/>
          </a:prstGeom>
          <a:solidFill>
            <a:srgbClr val="00C2A8"/>
          </a:solidFill>
          <a:ln/>
        </p:spPr>
        <p:txBody>
          <a:bodyPr/>
          <a:lstStyle/>
          <a:p>
            <a:endParaRPr lang="en-US"/>
          </a:p>
        </p:txBody>
      </p:sp>
      <p:sp>
        <p:nvSpPr>
          <p:cNvPr id="26" name="Text 23"/>
          <p:cNvSpPr/>
          <p:nvPr/>
        </p:nvSpPr>
        <p:spPr>
          <a:xfrm>
            <a:off x="548640" y="3904488"/>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7" name="Text 24"/>
          <p:cNvSpPr/>
          <p:nvPr/>
        </p:nvSpPr>
        <p:spPr>
          <a:xfrm>
            <a:off x="1188720" y="3904488"/>
            <a:ext cx="3200400" cy="411480"/>
          </a:xfrm>
          <a:prstGeom prst="rect">
            <a:avLst/>
          </a:prstGeom>
          <a:noFill/>
          <a:ln/>
        </p:spPr>
        <p:txBody>
          <a:bodyPr wrap="square" lIns="0" tIns="0" rIns="0" bIns="0" rtlCol="0" anchor="ctr"/>
          <a:lstStyle/>
          <a:p>
            <a:pPr marL="0" indent="0">
              <a:buNone/>
            </a:pPr>
            <a:r>
              <a:rPr lang="en-US" sz="1200" b="1" dirty="0">
                <a:solidFill>
                  <a:srgbClr val="0F1B2D"/>
                </a:solidFill>
                <a:latin typeface="Source Sans Pro" panose="020B0503030403020204" pitchFamily="34" charset="0"/>
                <a:ea typeface="Source Sans Pro" panose="020B0503030403020204" pitchFamily="34" charset="0"/>
                <a:cs typeface="Calibri" pitchFamily="34" charset="-120"/>
              </a:rPr>
              <a:t>Enterprise-Grade Thinking</a:t>
            </a:r>
            <a:endParaRPr lang="en-US" sz="1200" dirty="0">
              <a:latin typeface="Source Sans Pro" panose="020B0503030403020204" pitchFamily="34" charset="0"/>
              <a:ea typeface="Source Sans Pro" panose="020B0503030403020204" pitchFamily="34" charset="0"/>
            </a:endParaRPr>
          </a:p>
        </p:txBody>
      </p:sp>
      <p:sp>
        <p:nvSpPr>
          <p:cNvPr id="28" name="Text 25"/>
          <p:cNvSpPr/>
          <p:nvPr/>
        </p:nvSpPr>
        <p:spPr>
          <a:xfrm>
            <a:off x="4389120" y="3904488"/>
            <a:ext cx="4297680" cy="411480"/>
          </a:xfrm>
          <a:prstGeom prst="rect">
            <a:avLst/>
          </a:prstGeom>
          <a:noFill/>
          <a:ln/>
        </p:spPr>
        <p:txBody>
          <a:bodyPr wrap="square" lIns="0" tIns="0" rIns="0" bIns="0" rtlCol="0" anchor="ctr"/>
          <a:lstStyle/>
          <a:p>
            <a:pPr marL="0" indent="0">
              <a:buNone/>
            </a:pPr>
            <a:r>
              <a:rPr lang="en-US" sz="1000" dirty="0">
                <a:solidFill>
                  <a:srgbClr val="8896A8"/>
                </a:solidFill>
                <a:latin typeface="Source Sans Pro" panose="020B0503030403020204" pitchFamily="34" charset="0"/>
                <a:ea typeface="Source Sans Pro" panose="020B0503030403020204" pitchFamily="34" charset="0"/>
                <a:cs typeface="Calibri" pitchFamily="34" charset="-120"/>
              </a:rPr>
              <a:t>Customer segmentation, CLV, channel analysis, vendor risk — aligned with real-world analytics needs</a:t>
            </a:r>
            <a:endParaRPr lang="en-US" sz="1000" dirty="0">
              <a:latin typeface="Source Sans Pro" panose="020B0503030403020204" pitchFamily="34" charset="0"/>
              <a:ea typeface="Source Sans Pro" panose="020B0503030403020204" pitchFamily="34" charset="0"/>
            </a:endParaRPr>
          </a:p>
        </p:txBody>
      </p:sp>
      <p:sp>
        <p:nvSpPr>
          <p:cNvPr id="29" name="Shape 26"/>
          <p:cNvSpPr/>
          <p:nvPr/>
        </p:nvSpPr>
        <p:spPr>
          <a:xfrm>
            <a:off x="457200" y="4480560"/>
            <a:ext cx="8229600" cy="91440"/>
          </a:xfrm>
          <a:prstGeom prst="rect">
            <a:avLst/>
          </a:prstGeom>
          <a:solidFill>
            <a:srgbClr val="00C2A8">
              <a:alpha val="70000"/>
            </a:srgbClr>
          </a:solid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F1B2D"/>
          </a:solidFill>
          <a:ln/>
        </p:spPr>
        <p:txBody>
          <a:bodyPr/>
          <a:lstStyle/>
          <a:p>
            <a:endParaRPr lang="en-US"/>
          </a:p>
        </p:txBody>
      </p:sp>
      <p:sp>
        <p:nvSpPr>
          <p:cNvPr id="3" name="Shape 1"/>
          <p:cNvSpPr/>
          <p:nvPr/>
        </p:nvSpPr>
        <p:spPr>
          <a:xfrm>
            <a:off x="0" y="1051560"/>
            <a:ext cx="9144000" cy="36576"/>
          </a:xfrm>
          <a:prstGeom prst="rect">
            <a:avLst/>
          </a:prstGeom>
          <a:solidFill>
            <a:srgbClr val="00C2A8"/>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02920" y="274320"/>
            <a:ext cx="411480" cy="411480"/>
          </a:xfrm>
          <a:prstGeom prst="rect">
            <a:avLst/>
          </a:prstGeom>
        </p:spPr>
      </p:pic>
      <p:sp>
        <p:nvSpPr>
          <p:cNvPr id="5" name="Text 2"/>
          <p:cNvSpPr/>
          <p:nvPr/>
        </p:nvSpPr>
        <p:spPr>
          <a:xfrm>
            <a:off x="1051560" y="182880"/>
            <a:ext cx="7772400" cy="685800"/>
          </a:xfrm>
          <a:prstGeom prst="rect">
            <a:avLst/>
          </a:prstGeom>
          <a:noFill/>
          <a:ln/>
        </p:spPr>
        <p:txBody>
          <a:bodyPr wrap="square" lIns="0" tIns="0" rIns="0" bIns="0" rtlCol="0" anchor="ctr"/>
          <a:lstStyle/>
          <a:p>
            <a:pPr marL="0" indent="0">
              <a:buNone/>
            </a:pPr>
            <a:r>
              <a:rPr lang="en-US" sz="2600" b="1" dirty="0">
                <a:solidFill>
                  <a:srgbClr val="FFFFFF"/>
                </a:solidFill>
                <a:latin typeface="Avenir Book" panose="02000503020000020003" pitchFamily="2" charset="0"/>
                <a:ea typeface="Georgia" pitchFamily="34" charset="-122"/>
                <a:cs typeface="Georgia" pitchFamily="34" charset="-120"/>
              </a:rPr>
              <a:t>SQL &amp; Technical Skills Demonstrated</a:t>
            </a:r>
            <a:endParaRPr lang="en-US" sz="2600" dirty="0">
              <a:latin typeface="Avenir Book" panose="02000503020000020003" pitchFamily="2" charset="0"/>
            </a:endParaRPr>
          </a:p>
        </p:txBody>
      </p:sp>
      <p:sp>
        <p:nvSpPr>
          <p:cNvPr id="6" name="Shape 3"/>
          <p:cNvSpPr/>
          <p:nvPr/>
        </p:nvSpPr>
        <p:spPr>
          <a:xfrm>
            <a:off x="0" y="4800600"/>
            <a:ext cx="9144000" cy="342900"/>
          </a:xfrm>
          <a:prstGeom prst="rect">
            <a:avLst/>
          </a:prstGeom>
          <a:solidFill>
            <a:srgbClr val="0F1B2D"/>
          </a:solidFill>
          <a:ln/>
        </p:spPr>
        <p:txBody>
          <a:bodyPr/>
          <a:lstStyle/>
          <a:p>
            <a:endParaRPr lang="en-US"/>
          </a:p>
        </p:txBody>
      </p:sp>
      <p:sp>
        <p:nvSpPr>
          <p:cNvPr id="7" name="Text 4"/>
          <p:cNvSpPr/>
          <p:nvPr/>
        </p:nvSpPr>
        <p:spPr>
          <a:xfrm>
            <a:off x="457200" y="4800600"/>
            <a:ext cx="8229600" cy="342900"/>
          </a:xfrm>
          <a:prstGeom prst="rect">
            <a:avLst/>
          </a:prstGeom>
          <a:noFill/>
          <a:ln/>
        </p:spPr>
        <p:txBody>
          <a:bodyPr wrap="square" rtlCol="0" anchor="ctr"/>
          <a:lstStyle/>
          <a:p>
            <a:pPr marL="0" indent="0">
              <a:buNone/>
            </a:pPr>
            <a:r>
              <a:rPr lang="en-US" sz="800" dirty="0">
                <a:solidFill>
                  <a:srgbClr val="8896A8"/>
                </a:solidFill>
                <a:latin typeface="Source Sans Pro" panose="020B0503030403020204" pitchFamily="34" charset="0"/>
                <a:ea typeface="Source Sans Pro" panose="020B0503030403020204" pitchFamily="34" charset="0"/>
                <a:cs typeface="Calibri" pitchFamily="34" charset="-120"/>
              </a:rPr>
              <a:t>Music Retail Analytics  |  Data Warehouse &amp; SQL-First System</a:t>
            </a:r>
            <a:endParaRPr lang="en-US" sz="800" dirty="0">
              <a:latin typeface="Source Sans Pro" panose="020B0503030403020204" pitchFamily="34" charset="0"/>
              <a:ea typeface="Source Sans Pro" panose="020B0503030403020204" pitchFamily="34" charset="0"/>
            </a:endParaRPr>
          </a:p>
        </p:txBody>
      </p:sp>
      <p:graphicFrame>
        <p:nvGraphicFramePr>
          <p:cNvPr id="18" name="Table 0"/>
          <p:cNvGraphicFramePr>
            <a:graphicFrameLocks noGrp="1"/>
          </p:cNvGraphicFramePr>
          <p:nvPr>
            <p:extLst>
              <p:ext uri="{D42A27DB-BD31-4B8C-83A1-F6EECF244321}">
                <p14:modId xmlns:p14="http://schemas.microsoft.com/office/powerpoint/2010/main" val="3695949363"/>
              </p:ext>
            </p:extLst>
          </p:nvPr>
        </p:nvGraphicFramePr>
        <p:xfrm>
          <a:off x="457200" y="1371600"/>
          <a:ext cx="8229600" cy="224028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20040">
                <a:tc>
                  <a:txBody>
                    <a:bodyPr/>
                    <a:lstStyle/>
                    <a:p>
                      <a:pPr marL="0" indent="0">
                        <a:buNone/>
                      </a:pPr>
                      <a:r>
                        <a:rPr lang="en-US" sz="1100" b="1" dirty="0">
                          <a:solidFill>
                            <a:srgbClr val="FFFFFF"/>
                          </a:solidFill>
                          <a:latin typeface="Source Sans Pro" panose="020B0503030403020204" pitchFamily="34" charset="0"/>
                          <a:ea typeface="Source Sans Pro" panose="020B0503030403020204" pitchFamily="34" charset="0"/>
                          <a:cs typeface="Calibri" pitchFamily="34" charset="-120"/>
                        </a:rPr>
                        <a:t>Skill Area</a:t>
                      </a:r>
                      <a:endParaRPr lang="en-US" sz="11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tc>
                  <a:txBody>
                    <a:bodyPr/>
                    <a:lstStyle/>
                    <a:p>
                      <a:pPr marL="0" indent="0">
                        <a:buNone/>
                      </a:pPr>
                      <a:r>
                        <a:rPr lang="en-US" sz="1100" b="1" dirty="0">
                          <a:solidFill>
                            <a:srgbClr val="FFFFFF"/>
                          </a:solidFill>
                          <a:latin typeface="Source Sans Pro" panose="020B0503030403020204" pitchFamily="34" charset="0"/>
                          <a:ea typeface="Source Sans Pro" panose="020B0503030403020204" pitchFamily="34" charset="0"/>
                          <a:cs typeface="Calibri" pitchFamily="34" charset="-120"/>
                        </a:rPr>
                        <a:t>Techniques Applied</a:t>
                      </a:r>
                      <a:endParaRPr lang="en-US" sz="11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320040">
                <a:tc>
                  <a:txBody>
                    <a:bodyPr/>
                    <a:lstStyle/>
                    <a:p>
                      <a:pPr marL="0" indent="0">
                        <a:buNone/>
                      </a:pPr>
                      <a:r>
                        <a:rPr lang="en-US" sz="1050" b="1" dirty="0">
                          <a:solidFill>
                            <a:srgbClr val="0F1B2D"/>
                          </a:solidFill>
                          <a:latin typeface="Source Sans Pro" panose="020B0503030403020204" pitchFamily="34" charset="0"/>
                          <a:ea typeface="Source Sans Pro" panose="020B0503030403020204" pitchFamily="34" charset="0"/>
                          <a:cs typeface="Calibri" pitchFamily="34" charset="-120"/>
                        </a:rPr>
                        <a:t>Data Modeling</a:t>
                      </a:r>
                      <a:endParaRPr lang="en-US" sz="105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Star schema, fact/dimension design, normalization</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1"/>
                  </a:ext>
                </a:extLst>
              </a:tr>
              <a:tr h="320040">
                <a:tc>
                  <a:txBody>
                    <a:bodyPr/>
                    <a:lstStyle/>
                    <a:p>
                      <a:pPr marL="0" indent="0">
                        <a:buNone/>
                      </a:pPr>
                      <a:r>
                        <a:rPr lang="en-US" sz="1050" b="1" dirty="0">
                          <a:solidFill>
                            <a:srgbClr val="0F1B2D"/>
                          </a:solidFill>
                          <a:latin typeface="Source Sans Pro" panose="020B0503030403020204" pitchFamily="34" charset="0"/>
                          <a:ea typeface="Source Sans Pro" panose="020B0503030403020204" pitchFamily="34" charset="0"/>
                          <a:cs typeface="Calibri" pitchFamily="34" charset="-120"/>
                        </a:rPr>
                        <a:t>Aggregation &amp; Window Functions</a:t>
                      </a:r>
                      <a:endParaRPr lang="en-US" sz="105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SUM, COUNT, AVG, RANK, ROW_NUMBER, CLV calculations</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1050" b="1" dirty="0">
                          <a:solidFill>
                            <a:srgbClr val="0F1B2D"/>
                          </a:solidFill>
                          <a:latin typeface="Source Sans Pro" panose="020B0503030403020204" pitchFamily="34" charset="0"/>
                          <a:ea typeface="Source Sans Pro" panose="020B0503030403020204" pitchFamily="34" charset="0"/>
                          <a:cs typeface="Calibri" pitchFamily="34" charset="-120"/>
                        </a:rPr>
                        <a:t>Time-Series Analysis</a:t>
                      </a:r>
                      <a:endParaRPr lang="en-US" sz="105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Monthly/yearly trends, YoY growth, peak detection</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3"/>
                  </a:ext>
                </a:extLst>
              </a:tr>
              <a:tr h="320040">
                <a:tc>
                  <a:txBody>
                    <a:bodyPr/>
                    <a:lstStyle/>
                    <a:p>
                      <a:pPr marL="0" indent="0">
                        <a:buNone/>
                      </a:pPr>
                      <a:r>
                        <a:rPr lang="en-US" sz="1050" b="1" dirty="0">
                          <a:solidFill>
                            <a:srgbClr val="0F1B2D"/>
                          </a:solidFill>
                          <a:latin typeface="Source Sans Pro" panose="020B0503030403020204" pitchFamily="34" charset="0"/>
                          <a:ea typeface="Source Sans Pro" panose="020B0503030403020204" pitchFamily="34" charset="0"/>
                          <a:cs typeface="Calibri" pitchFamily="34" charset="-120"/>
                        </a:rPr>
                        <a:t>Joins &amp; Subqueries</a:t>
                      </a:r>
                      <a:endParaRPr lang="en-US" sz="105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Multi-table joins, correlated subqueries, CTEs</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buNone/>
                      </a:pPr>
                      <a:r>
                        <a:rPr lang="en-US" sz="1050" b="1" dirty="0">
                          <a:solidFill>
                            <a:srgbClr val="0F1B2D"/>
                          </a:solidFill>
                          <a:latin typeface="Source Sans Pro" panose="020B0503030403020204" pitchFamily="34" charset="0"/>
                          <a:ea typeface="Source Sans Pro" panose="020B0503030403020204" pitchFamily="34" charset="0"/>
                          <a:cs typeface="Calibri" pitchFamily="34" charset="-120"/>
                        </a:rPr>
                        <a:t>Views &amp; Materialized Logic</a:t>
                      </a:r>
                      <a:endParaRPr lang="en-US" sz="105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Pre-computed aggregates, analytical views</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5"/>
                  </a:ext>
                </a:extLst>
              </a:tr>
              <a:tr h="320040">
                <a:tc>
                  <a:txBody>
                    <a:bodyPr/>
                    <a:lstStyle/>
                    <a:p>
                      <a:pPr marL="0" indent="0">
                        <a:buNone/>
                      </a:pPr>
                      <a:r>
                        <a:rPr lang="en-US" sz="1050" b="1" dirty="0">
                          <a:solidFill>
                            <a:srgbClr val="0F1B2D"/>
                          </a:solidFill>
                          <a:latin typeface="Source Sans Pro" panose="020B0503030403020204" pitchFamily="34" charset="0"/>
                          <a:ea typeface="Source Sans Pro" panose="020B0503030403020204" pitchFamily="34" charset="0"/>
                          <a:cs typeface="Calibri" pitchFamily="34" charset="-120"/>
                        </a:rPr>
                        <a:t>Business Logic in SQL</a:t>
                      </a:r>
                      <a:endParaRPr lang="en-US" sz="105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2D3748"/>
                          </a:solidFill>
                          <a:latin typeface="Source Sans Pro" panose="020B0503030403020204" pitchFamily="34" charset="0"/>
                          <a:ea typeface="Source Sans Pro" panose="020B0503030403020204" pitchFamily="34" charset="0"/>
                          <a:cs typeface="Calibri" pitchFamily="34" charset="-120"/>
                        </a:rPr>
                        <a:t>Profit margin calculation, channel segmentation, customer lifetime value</a:t>
                      </a:r>
                      <a:endParaRPr lang="en-US" sz="1000" dirty="0">
                        <a:latin typeface="Source Sans Pro" panose="020B0503030403020204" pitchFamily="34" charset="0"/>
                        <a:ea typeface="Source Sans Pro" panose="020B0503030403020204" pitchFamily="34"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hape 5"/>
          <p:cNvSpPr/>
          <p:nvPr/>
        </p:nvSpPr>
        <p:spPr>
          <a:xfrm>
            <a:off x="457200" y="4114800"/>
            <a:ext cx="8229600" cy="502920"/>
          </a:xfrm>
          <a:prstGeom prst="rect">
            <a:avLst/>
          </a:prstGeom>
          <a:solidFill>
            <a:srgbClr val="0F1B2D"/>
          </a:solidFill>
          <a:ln/>
        </p:spPr>
        <p:txBody>
          <a:bodyPr/>
          <a:lstStyle/>
          <a:p>
            <a:endParaRPr lang="en-US"/>
          </a:p>
        </p:txBody>
      </p:sp>
      <p:sp>
        <p:nvSpPr>
          <p:cNvPr id="10" name="Text 6"/>
          <p:cNvSpPr/>
          <p:nvPr/>
        </p:nvSpPr>
        <p:spPr>
          <a:xfrm>
            <a:off x="640080" y="4114800"/>
            <a:ext cx="7863840" cy="502920"/>
          </a:xfrm>
          <a:prstGeom prst="rect">
            <a:avLst/>
          </a:prstGeom>
          <a:noFill/>
          <a:ln/>
        </p:spPr>
        <p:txBody>
          <a:bodyPr wrap="square" lIns="0" tIns="0" rIns="0" bIns="0" rtlCol="0" anchor="ctr"/>
          <a:lstStyle/>
          <a:p>
            <a:pPr marL="0" indent="0" algn="ctr">
              <a:buNone/>
            </a:pPr>
            <a:r>
              <a:rPr lang="en-US" sz="1100" dirty="0">
                <a:solidFill>
                  <a:srgbClr val="D1D9E6"/>
                </a:solidFill>
                <a:latin typeface="Source Sans Pro" panose="020B0503030403020204" pitchFamily="34" charset="0"/>
                <a:ea typeface="Source Sans Pro" panose="020B0503030403020204" pitchFamily="34" charset="0"/>
                <a:cs typeface="Calibri" pitchFamily="34" charset="-120"/>
              </a:rPr>
              <a:t>All analytics produced using MySQL on synthetic data — demonstrating production-ready SQL proficiency</a:t>
            </a:r>
            <a:endParaRPr lang="en-US" sz="11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0C2A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312227" y="486295"/>
            <a:ext cx="519545" cy="519545"/>
          </a:xfrm>
          <a:prstGeom prst="rect">
            <a:avLst/>
          </a:prstGeom>
        </p:spPr>
      </p:pic>
      <p:sp>
        <p:nvSpPr>
          <p:cNvPr id="4" name="Text 1"/>
          <p:cNvSpPr/>
          <p:nvPr/>
        </p:nvSpPr>
        <p:spPr>
          <a:xfrm>
            <a:off x="457200" y="1188720"/>
            <a:ext cx="8229600" cy="502920"/>
          </a:xfrm>
          <a:prstGeom prst="rect">
            <a:avLst/>
          </a:prstGeom>
          <a:noFill/>
          <a:ln/>
        </p:spPr>
        <p:txBody>
          <a:bodyPr wrap="square" lIns="0" tIns="0" rIns="0" bIns="0" rtlCol="0" anchor="ctr"/>
          <a:lstStyle/>
          <a:p>
            <a:pPr marL="0" indent="0" algn="ctr">
              <a:buNone/>
            </a:pPr>
            <a:r>
              <a:rPr lang="en-US" sz="2400" b="1" kern="0" spc="400" dirty="0">
                <a:solidFill>
                  <a:srgbClr val="FFFFFF"/>
                </a:solidFill>
                <a:latin typeface="Avenir Book" panose="02000503020000020003" pitchFamily="2" charset="0"/>
                <a:ea typeface="Georgia" pitchFamily="34" charset="-122"/>
                <a:cs typeface="Georgia" pitchFamily="34" charset="-120"/>
              </a:rPr>
              <a:t>DATA DISCLAIMER</a:t>
            </a:r>
            <a:endParaRPr lang="en-US" sz="2400" dirty="0">
              <a:latin typeface="Avenir Book" panose="02000503020000020003" pitchFamily="2" charset="0"/>
            </a:endParaRPr>
          </a:p>
        </p:txBody>
      </p:sp>
      <p:sp>
        <p:nvSpPr>
          <p:cNvPr id="5" name="Shape 2"/>
          <p:cNvSpPr/>
          <p:nvPr/>
        </p:nvSpPr>
        <p:spPr>
          <a:xfrm>
            <a:off x="731520" y="1920240"/>
            <a:ext cx="7680960" cy="2560320"/>
          </a:xfrm>
          <a:prstGeom prst="rect">
            <a:avLst/>
          </a:prstGeom>
          <a:solidFill>
            <a:srgbClr val="162336"/>
          </a:solidFill>
          <a:ln w="12700">
            <a:solidFill>
              <a:srgbClr val="00C2A8"/>
            </a:solidFill>
            <a:prstDash val="solid"/>
          </a:ln>
        </p:spPr>
        <p:txBody>
          <a:bodyPr/>
          <a:lstStyle/>
          <a:p>
            <a:endParaRPr lang="en-US"/>
          </a:p>
        </p:txBody>
      </p:sp>
      <p:sp>
        <p:nvSpPr>
          <p:cNvPr id="6" name="Text 3"/>
          <p:cNvSpPr/>
          <p:nvPr/>
        </p:nvSpPr>
        <p:spPr>
          <a:xfrm>
            <a:off x="1005840" y="2103120"/>
            <a:ext cx="7132320" cy="2194560"/>
          </a:xfrm>
          <a:prstGeom prst="rect">
            <a:avLst/>
          </a:prstGeom>
          <a:noFill/>
          <a:ln/>
        </p:spPr>
        <p:txBody>
          <a:bodyPr wrap="square" lIns="0" tIns="0" rIns="0" bIns="0" rtlCol="0" anchor="ctr"/>
          <a:lstStyle/>
          <a:p>
            <a:pPr marL="0" indent="0" algn="l">
              <a:lnSpc>
                <a:spcPct val="150000"/>
              </a:lnSpc>
              <a:buNone/>
            </a:pPr>
            <a:r>
              <a:rPr lang="en-US" sz="1200" dirty="0">
                <a:solidFill>
                  <a:srgbClr val="D1D9E6"/>
                </a:solidFill>
                <a:latin typeface="Source Sans Pro" panose="020B0503030403020204" pitchFamily="34" charset="0"/>
                <a:ea typeface="Source Sans Pro" panose="020B0503030403020204" pitchFamily="34" charset="0"/>
                <a:cs typeface="Calibri" pitchFamily="34" charset="-120"/>
              </a:rPr>
              <a:t>All data used in this project is purely synthetic and intentionally designed for educational and analytical purposes. Although some real artist, album, and track names are used to improve interpretability, none of the sales, revenue, profit, or loss figures reflect real-world performance. Certain extreme or unrealistic outcomes (such as famous artists showing large losses or non-famous artists generating higher profits) are intentional outliers, designed to demonstrate analytical reasoning, anomaly detection, and realistic business scenarios such as high licensing costs, strategic loss acceptance, or catalog depth effects. This project does not imply any real financial performance of the artists mentioned.</a:t>
            </a:r>
            <a:endParaRPr lang="en-US" sz="1200" dirty="0">
              <a:latin typeface="Source Sans Pro" panose="020B0503030403020204" pitchFamily="34" charset="0"/>
              <a:ea typeface="Source Sans Pro" panose="020B0503030403020204" pitchFamily="34" charset="0"/>
            </a:endParaRPr>
          </a:p>
        </p:txBody>
      </p:sp>
      <p:sp>
        <p:nvSpPr>
          <p:cNvPr id="7" name="Shape 4"/>
          <p:cNvSpPr/>
          <p:nvPr/>
        </p:nvSpPr>
        <p:spPr>
          <a:xfrm>
            <a:off x="0" y="4754880"/>
            <a:ext cx="9144000" cy="45720"/>
          </a:xfrm>
          <a:prstGeom prst="rect">
            <a:avLst/>
          </a:prstGeom>
          <a:solidFill>
            <a:srgbClr val="00C2A8"/>
          </a:solidFill>
          <a:ln/>
        </p:spPr>
        <p:txBody>
          <a:bodyPr/>
          <a:lstStyle/>
          <a:p>
            <a:endParaRPr lang="en-US"/>
          </a:p>
        </p:txBody>
      </p:sp>
      <p:sp>
        <p:nvSpPr>
          <p:cNvPr id="8" name="Text 5"/>
          <p:cNvSpPr/>
          <p:nvPr/>
        </p:nvSpPr>
        <p:spPr>
          <a:xfrm>
            <a:off x="457200" y="4800600"/>
            <a:ext cx="8229600" cy="320040"/>
          </a:xfrm>
          <a:prstGeom prst="rect">
            <a:avLst/>
          </a:prstGeom>
          <a:noFill/>
          <a:ln/>
        </p:spPr>
        <p:txBody>
          <a:bodyPr wrap="square" lIns="0" tIns="0" rIns="0" bIns="0" rtlCol="0" anchor="ctr"/>
          <a:lstStyle/>
          <a:p>
            <a:pPr marL="0" indent="0" algn="ctr">
              <a:buNone/>
            </a:pPr>
            <a:r>
              <a:rPr lang="en-US" sz="900" i="1" dirty="0">
                <a:solidFill>
                  <a:srgbClr val="8896A8"/>
                </a:solidFill>
                <a:latin typeface="Source Sans Pro" panose="020B0503030403020204" pitchFamily="34" charset="0"/>
                <a:ea typeface="Source Sans Pro" panose="020B0503030403020204" pitchFamily="34" charset="0"/>
                <a:cs typeface="Calibri" pitchFamily="34" charset="-120"/>
              </a:rPr>
              <a:t>Synthetic Data  |  Educational &amp; Analytical Purposes Only</a:t>
            </a:r>
            <a:endParaRPr lang="en-US" sz="900" dirty="0">
              <a:latin typeface="Source Sans Pro" panose="020B0503030403020204" pitchFamily="34" charset="0"/>
              <a:ea typeface="Source Sans Pro" panose="020B0503030403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txBody>
          <a:bodyPr/>
          <a:lstStyle/>
          <a:p>
            <a:endParaRPr lang="en-US"/>
          </a:p>
        </p:txBody>
      </p:sp>
      <p:sp>
        <p:nvSpPr>
          <p:cNvPr id="3" name="Shape 1"/>
          <p:cNvSpPr/>
          <p:nvPr/>
        </p:nvSpPr>
        <p:spPr>
          <a:xfrm>
            <a:off x="0" y="0"/>
            <a:ext cx="9144000" cy="45720"/>
          </a:xfrm>
          <a:prstGeom prst="rect">
            <a:avLst/>
          </a:prstGeom>
          <a:solidFill>
            <a:srgbClr val="00C2A8"/>
          </a:solidFill>
          <a:ln/>
        </p:spPr>
        <p:txBody>
          <a:bodyPr/>
          <a:lstStyle/>
          <a:p>
            <a:endParaRPr lang="en-US"/>
          </a:p>
        </p:txBody>
      </p:sp>
      <p:sp>
        <p:nvSpPr>
          <p:cNvPr id="4" name="Shape 2"/>
          <p:cNvSpPr/>
          <p:nvPr/>
        </p:nvSpPr>
        <p:spPr>
          <a:xfrm>
            <a:off x="0" y="3108960"/>
            <a:ext cx="9144000" cy="45720"/>
          </a:xfrm>
          <a:prstGeom prst="rect">
            <a:avLst/>
          </a:prstGeom>
          <a:solidFill>
            <a:srgbClr val="00C2A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4297680" y="960120"/>
            <a:ext cx="548640" cy="548640"/>
          </a:xfrm>
          <a:prstGeom prst="rect">
            <a:avLst/>
          </a:prstGeom>
        </p:spPr>
      </p:pic>
      <p:sp>
        <p:nvSpPr>
          <p:cNvPr id="6" name="Text 3"/>
          <p:cNvSpPr/>
          <p:nvPr/>
        </p:nvSpPr>
        <p:spPr>
          <a:xfrm>
            <a:off x="457200" y="1737360"/>
            <a:ext cx="8229600" cy="640080"/>
          </a:xfrm>
          <a:prstGeom prst="rect">
            <a:avLst/>
          </a:prstGeom>
          <a:noFill/>
          <a:ln/>
        </p:spPr>
        <p:txBody>
          <a:bodyPr wrap="square" lIns="0" tIns="0" rIns="0" bIns="0" rtlCol="0" anchor="ctr"/>
          <a:lstStyle/>
          <a:p>
            <a:pPr marL="0" indent="0" algn="ctr">
              <a:buNone/>
            </a:pPr>
            <a:r>
              <a:rPr lang="en-US" sz="4000" b="1" dirty="0">
                <a:solidFill>
                  <a:srgbClr val="FFFFFF"/>
                </a:solidFill>
                <a:latin typeface="Avenir Book" panose="02000503020000020003" pitchFamily="2" charset="0"/>
                <a:ea typeface="Georgia" pitchFamily="34" charset="-122"/>
                <a:cs typeface="Georgia" pitchFamily="34" charset="-120"/>
              </a:rPr>
              <a:t>Thank You</a:t>
            </a:r>
            <a:endParaRPr lang="en-US" sz="4000" dirty="0">
              <a:latin typeface="Avenir Book" panose="02000503020000020003" pitchFamily="2" charset="0"/>
            </a:endParaRPr>
          </a:p>
        </p:txBody>
      </p:sp>
      <p:sp>
        <p:nvSpPr>
          <p:cNvPr id="7" name="Text 4"/>
          <p:cNvSpPr/>
          <p:nvPr/>
        </p:nvSpPr>
        <p:spPr>
          <a:xfrm>
            <a:off x="457200" y="2371206"/>
            <a:ext cx="8229600" cy="411480"/>
          </a:xfrm>
          <a:prstGeom prst="rect">
            <a:avLst/>
          </a:prstGeom>
          <a:noFill/>
          <a:ln/>
        </p:spPr>
        <p:txBody>
          <a:bodyPr wrap="square" lIns="0" tIns="0" rIns="0" bIns="0" rtlCol="0" anchor="ctr"/>
          <a:lstStyle/>
          <a:p>
            <a:pPr marL="0" indent="0" algn="ctr">
              <a:buNone/>
            </a:pPr>
            <a:r>
              <a:rPr lang="en-US" sz="1600" dirty="0">
                <a:solidFill>
                  <a:srgbClr val="00C2A8"/>
                </a:solidFill>
                <a:latin typeface="Source Sans Pro" panose="020B0503030403020204" pitchFamily="34" charset="0"/>
                <a:ea typeface="Source Sans Pro" panose="020B0503030403020204" pitchFamily="34" charset="0"/>
                <a:cs typeface="Calibri" pitchFamily="34" charset="-120"/>
              </a:rPr>
              <a:t>North America Music Retail Data Warehouse &amp; Analytics System</a:t>
            </a:r>
            <a:endParaRPr lang="en-US" sz="1600" dirty="0">
              <a:latin typeface="Source Sans Pro" panose="020B0503030403020204" pitchFamily="34" charset="0"/>
              <a:ea typeface="Source Sans Pro" panose="020B0503030403020204" pitchFamily="34" charset="0"/>
            </a:endParaRPr>
          </a:p>
        </p:txBody>
      </p:sp>
      <p:sp>
        <p:nvSpPr>
          <p:cNvPr id="8" name="Text 5"/>
          <p:cNvSpPr/>
          <p:nvPr/>
        </p:nvSpPr>
        <p:spPr>
          <a:xfrm>
            <a:off x="457200" y="3383280"/>
            <a:ext cx="8229600" cy="365760"/>
          </a:xfrm>
          <a:prstGeom prst="rect">
            <a:avLst/>
          </a:prstGeom>
          <a:noFill/>
          <a:ln/>
        </p:spPr>
        <p:txBody>
          <a:bodyPr wrap="square" lIns="0" tIns="0" rIns="0" bIns="0" rtlCol="0" anchor="ctr"/>
          <a:lstStyle/>
          <a:p>
            <a:pPr marL="0" indent="0" algn="ctr">
              <a:buNone/>
            </a:pPr>
            <a:r>
              <a:rPr lang="en-US" sz="1300" dirty="0">
                <a:solidFill>
                  <a:srgbClr val="D1D9E6"/>
                </a:solidFill>
                <a:latin typeface="Source Sans Pro" panose="020B0503030403020204" pitchFamily="34" charset="0"/>
                <a:ea typeface="Source Sans Pro" panose="020B0503030403020204" pitchFamily="34" charset="0"/>
                <a:cs typeface="Calibri" pitchFamily="34" charset="-120"/>
              </a:rPr>
              <a:t>SQL-First  |  OLTP → OLAP  |  Enterprise Analytics  |  Synthetic Data</a:t>
            </a:r>
            <a:endParaRPr lang="en-US" sz="1300" dirty="0">
              <a:latin typeface="Source Sans Pro" panose="020B0503030403020204" pitchFamily="34" charset="0"/>
              <a:ea typeface="Source Sans Pro" panose="020B0503030403020204" pitchFamily="34" charset="0"/>
            </a:endParaRPr>
          </a:p>
        </p:txBody>
      </p:sp>
      <p:sp>
        <p:nvSpPr>
          <p:cNvPr id="9" name="Text 6"/>
          <p:cNvSpPr/>
          <p:nvPr/>
        </p:nvSpPr>
        <p:spPr>
          <a:xfrm>
            <a:off x="1371600" y="3977640"/>
            <a:ext cx="6400800" cy="640080"/>
          </a:xfrm>
          <a:prstGeom prst="rect">
            <a:avLst/>
          </a:prstGeom>
          <a:noFill/>
          <a:ln/>
        </p:spPr>
        <p:txBody>
          <a:bodyPr wrap="square" lIns="0" tIns="0" rIns="0" bIns="0" rtlCol="0" anchor="ctr"/>
          <a:lstStyle/>
          <a:p>
            <a:pPr marL="0" indent="0" algn="ctr">
              <a:buNone/>
            </a:pPr>
            <a:r>
              <a:rPr lang="en-US" sz="1100" dirty="0">
                <a:solidFill>
                  <a:srgbClr val="8896A8"/>
                </a:solidFill>
                <a:latin typeface="Source Sans Pro" panose="020B0503030403020204" pitchFamily="34" charset="0"/>
                <a:ea typeface="Source Sans Pro" panose="020B0503030403020204" pitchFamily="34" charset="0"/>
                <a:cs typeface="Calibri" pitchFamily="34" charset="-120"/>
              </a:rPr>
              <a:t>30,000 Customers  •  55,580+ Orders  •  1,163 Albums  •  $1.73M Revenue</a:t>
            </a:r>
            <a:endParaRPr lang="en-US" sz="1100" dirty="0">
              <a:latin typeface="Source Sans Pro" panose="020B0503030403020204" pitchFamily="34" charset="0"/>
              <a:ea typeface="Source Sans Pro" panose="020B0503030403020204" pitchFamily="34" charset="0"/>
            </a:endParaRPr>
          </a:p>
          <a:p>
            <a:pPr marL="0" indent="0" algn="ctr">
              <a:buNone/>
            </a:pPr>
            <a:r>
              <a:rPr lang="en-US" sz="1100" dirty="0">
                <a:solidFill>
                  <a:srgbClr val="8896A8"/>
                </a:solidFill>
                <a:latin typeface="Source Sans Pro" panose="020B0503030403020204" pitchFamily="34" charset="0"/>
                <a:ea typeface="Source Sans Pro" panose="020B0503030403020204" pitchFamily="34" charset="0"/>
                <a:cs typeface="Calibri" pitchFamily="34" charset="-120"/>
              </a:rPr>
              <a:t>200 Vendors  •  10 Genres  •  4 Years of Data  •  2 Countries</a:t>
            </a:r>
            <a:endParaRPr lang="en-US" sz="1100" dirty="0">
              <a:latin typeface="Source Sans Pro" panose="020B0503030403020204" pitchFamily="34" charset="0"/>
              <a:ea typeface="Source Sans Pro" panose="020B0503030403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1587</Words>
  <Application>Microsoft Macintosh PowerPoint</Application>
  <PresentationFormat>On-screen Show (16:9)</PresentationFormat>
  <Paragraphs>318</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Avenir Book</vt:lpstr>
      <vt:lpstr>Calibri</vt:lpstr>
      <vt:lpstr>Consolas</vt:lpstr>
      <vt:lpstr>Georgia</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Retail Data Warehouse &amp; Analytics System</dc:title>
  <dc:subject>PptxGenJS Presentation</dc:subject>
  <dc:creator>Music Retail Analytics</dc:creator>
  <cp:lastModifiedBy>Teja Siddhartha Rajam</cp:lastModifiedBy>
  <cp:revision>1</cp:revision>
  <dcterms:created xsi:type="dcterms:W3CDTF">2026-02-06T21:19:56Z</dcterms:created>
  <dcterms:modified xsi:type="dcterms:W3CDTF">2026-02-07T04:34:37Z</dcterms:modified>
</cp:coreProperties>
</file>